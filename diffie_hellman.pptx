
<file path=[Content_Types].xml><?xml version="1.0" encoding="utf-8"?>
<Types xmlns="http://schemas.openxmlformats.org/package/2006/content-types">
  <Default Extension="xml" ContentType="application/xml"/>
  <Default Extension="jpeg" ContentType="image/jpeg"/>
  <Default Extension="wmf" ContentType="image/x-wmf"/>
  <Default Extension="png" ContentType="image/png"/>
  <Default Extension="rels" ContentType="application/vnd.openxmlformats-package.relationships+xml"/>
  <Default Extension="jpg" ContentType="image/jpeg"/>
  <Default Extension="bin" ContentType="application/vnd.openxmlformats-officedocument.oleObject"/>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2.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slideLayouts/slideLayout58.xml" ContentType="application/vnd.openxmlformats-officedocument.presentationml.slideLayout+xml"/>
  <Override PartName="/ppt/slides/slide13.xml" ContentType="application/vnd.openxmlformats-officedocument.presentationml.slide+xml"/>
  <Override PartName="/ppt/slideLayouts/slideLayout50.xml" ContentType="application/vnd.openxmlformats-officedocument.presentationml.slideLayout+xml"/>
  <Override PartName="/ppt/slides/slide8.xml" ContentType="application/vnd.openxmlformats-officedocument.presentationml.slide+xml"/>
  <Override PartName="/ppt/notesSlides/notesSlide11.xml" ContentType="application/vnd.openxmlformats-officedocument.presentationml.notes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Layouts/slideLayout63.xml" ContentType="application/vnd.openxmlformats-officedocument.presentationml.slideLayout+xml"/>
  <Override PartName="/ppt/slides/slide1.xml" ContentType="application/vnd.openxmlformats-officedocument.presentationml.slide+xml"/>
  <Override PartName="/ppt/slideLayouts/slideLayout61.xml" ContentType="application/vnd.openxmlformats-officedocument.presentationml.slideLayout+xml"/>
  <Override PartName="/ppt/slideLayouts/slideLayout60.xml" ContentType="application/vnd.openxmlformats-officedocument.presentationml.slideLayout+xml"/>
  <Override PartName="/ppt/slideLayouts/slideLayout29.xml" ContentType="application/vnd.openxmlformats-officedocument.presentationml.slideLayout+xml"/>
  <Override PartName="/ppt/slideLayouts/slideLayout47.xml" ContentType="application/vnd.openxmlformats-officedocument.presentationml.slideLayout+xml"/>
  <Override PartName="/ppt/slideLayouts/slideLayout57.xml" ContentType="application/vnd.openxmlformats-officedocument.presentationml.slideLayout+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notesSlides/notesSlide7.xml" ContentType="application/vnd.openxmlformats-officedocument.presentationml.notesSlide+xml"/>
  <Override PartName="/ppt/slideLayouts/slideLayout54.xml" ContentType="application/vnd.openxmlformats-officedocument.presentationml.slideLayout+xml"/>
  <Override PartName="/ppt/notesSlides/notesSlide4.xml" ContentType="application/vnd.openxmlformats-officedocument.presentationml.notesSlide+xml"/>
  <Override PartName="/ppt/slideLayouts/slideLayout38.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48.xml" ContentType="application/vnd.openxmlformats-officedocument.presentationml.slideLayout+xml"/>
  <Override PartName="/ppt/slideLayouts/slideLayout39.xml" ContentType="application/vnd.openxmlformats-officedocument.presentationml.slideLayout+xml"/>
  <Override PartName="/ppt/slideLayouts/slideLayout53.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s/slide9.xml" ContentType="application/vnd.openxmlformats-officedocument.presentationml.slide+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Layouts/slideLayout41.xml" ContentType="application/vnd.openxmlformats-officedocument.presentationml.slideLayout+xml"/>
  <Override PartName="/ppt/presProps.xml" ContentType="application/vnd.openxmlformats-officedocument.presentationml.presProps+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slideLayouts/slideLayout37.xml" ContentType="application/vnd.openxmlformats-officedocument.presentationml.slideLayout+xml"/>
  <Override PartName="/ppt/slideLayouts/slideLayout7.xml" ContentType="application/vnd.openxmlformats-officedocument.presentationml.slideLayout+xml"/>
  <Override PartName="/ppt/slideLayouts/slideLayout35.xml" ContentType="application/vnd.openxmlformats-officedocument.presentationml.slideLayout+xml"/>
  <Override PartName="/ppt/notesSlides/notesSlide3.xml" ContentType="application/vnd.openxmlformats-officedocument.presentationml.notesSlide+xml"/>
  <Override PartName="/ppt/slideLayouts/slideLayout34.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33.xml" ContentType="application/vnd.openxmlformats-officedocument.presentationml.slideLayout+xml"/>
  <Override PartName="/ppt/slideLayouts/slideLayout31.xml" ContentType="application/vnd.openxmlformats-officedocument.presentationml.slideLayout+xml"/>
  <Override PartName="/ppt/slideLayouts/slideLayout27.xml" ContentType="application/vnd.openxmlformats-officedocument.presentationml.slideLayout+xml"/>
  <Override PartName="/ppt/slideLayouts/slideLayout25.xml" ContentType="application/vnd.openxmlformats-officedocument.presentationml.slideLayout+xml"/>
  <Override PartName="/ppt/slideLayouts/slideLayout1.xml" ContentType="application/vnd.openxmlformats-officedocument.presentationml.slideLayout+xml"/>
  <Override PartName="/ppt/slideLayouts/slideLayout30.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9.xml" ContentType="application/vnd.openxmlformats-officedocument.presentationml.slideLayout+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slideLayouts/slideLayout32.xml" ContentType="application/vnd.openxmlformats-officedocument.presentationml.slideLayout+xml"/>
  <Override PartName="/ppt/slideLayouts/slideLayout62.xml" ContentType="application/vnd.openxmlformats-officedocument.presentationml.slideLayout+xml"/>
  <Override PartName="/ppt/slideLayouts/slideLayout17.xml" ContentType="application/vnd.openxmlformats-officedocument.presentationml.slideLayout+xml"/>
  <Override PartName="/ppt/slideLayouts/slideLayout4.xml" ContentType="application/vnd.openxmlformats-officedocument.presentationml.slideLayout+xml"/>
  <Override PartName="/ppt/slideLayouts/slideLayout20.xml" ContentType="application/vnd.openxmlformats-officedocument.presentationml.slideLayout+xml"/>
  <Override PartName="/ppt/notesSlides/notesSlide9.xml" ContentType="application/vnd.openxmlformats-officedocument.presentationml.notesSlide+xml"/>
  <Override PartName="/ppt/slideLayouts/slideLayout16.xml" ContentType="application/vnd.openxmlformats-officedocument.presentationml.slideLayout+xml"/>
  <Override PartName="/ppt/slideLayouts/slideLayout28.xml" ContentType="application/vnd.openxmlformats-officedocument.presentationml.slideLayout+xml"/>
  <Override PartName="/ppt/slideLayouts/slideLayout14.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6.xml" ContentType="application/vnd.openxmlformats-officedocument.presentationml.slideLayout+xml"/>
  <Override PartName="/ppt/slideLayouts/slideLayout10.xml" ContentType="application/vnd.openxmlformats-officedocument.presentationml.slideLayout+xml"/>
  <Override PartName="/customXml/itemProps2.xml" ContentType="application/vnd.openxmlformats-officedocument.customXmlProperties+xml"/>
  <Override PartName="/ppt/slideLayouts/slideLayout15.xml" ContentType="application/vnd.openxmlformats-officedocument.presentationml.slideLayout+xml"/>
  <Override PartName="/customXml/itemProps1.xml" ContentType="application/vnd.openxmlformats-officedocument.customXmlProperties+xml"/>
  <Override PartName="/ppt/slideLayouts/slideLayout8.xml" ContentType="application/vnd.openxmlformats-officedocument.presentationml.slideLayout+xml"/>
  <Override PartName="/docProps/core.xml" ContentType="application/vnd.openxmlformats-package.core-properties+xml"/>
  <Override PartName="/ppt/viewProps.xml" ContentType="application/vnd.openxmlformats-officedocument.presentationml.viewProps+xml"/>
  <Override PartName="/ppt/slideLayouts/slideLayout5.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s/slide11.xml" ContentType="application/vnd.openxmlformats-officedocument.presentationml.slide+xml"/>
  <Override PartName="/docProps/custom.xml" ContentType="application/vnd.openxmlformats-officedocument.custom-properties+xml"/>
  <Override PartName="/ppt/slides/slide6.xml" ContentType="application/vnd.openxmlformats-officedocument.presentationml.slide+xml"/>
  <Override PartName="/ppt/slideLayouts/slideLayout59.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customXml/itemProps3.xml" ContentType="application/vnd.openxmlformats-officedocument.customXmlProperties+xml"/>
  <Override PartName="/ppt/slides/slide14.xml" ContentType="application/vnd.openxmlformats-officedocument.presentationml.slide+xml"/>
  <Override PartName="/ppt/theme/theme1.xml" ContentType="application/vnd.openxmlformats-officedocument.theme+xml"/>
  <Override PartName="/ppt/slides/slide5.xml" ContentType="application/vnd.openxmlformats-officedocument.presentationml.slide+xml"/>
  <Override PartName="/ppt/slideLayouts/slideLayout49.xml" ContentType="application/vnd.openxmlformats-officedocument.presentationml.slideLayout+xml"/>
  <Override PartName="/ppt/presentation.xml" ContentType="application/vnd.openxmlformats-officedocument.presentationml.presentation.main+xml"/>
  <Override PartName="/ppt/notesSlides/notesSlide5.xml" ContentType="application/vnd.openxmlformats-officedocument.presentationml.notesSlide+xml"/>
  <Override PartName="/ppt/notesSlides/notesSlide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4"/>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6858000" cy="9144000"/>
  <p:custDataLst>
    <p:custData r:id="rId1"/>
    <p:custData r:id="rId2"/>
    <p:custData r:id="rId3"/>
  </p:custDataLst>
  <p:defaultTextStyle>
    <a:defPPr rtl="0">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5" d="100"/>
          <a:sy n="105" d="100"/>
        </p:scale>
        <p:origin x="846" y="96"/>
      </p:cViewPr>
      <p:guideLst>
        <p:guide pos="2160" orient="horz"/>
        <p:guide pos="3816"/>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81794350"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rtl="0">
              <a:defRPr/>
            </a:pPr>
            <a:endParaRPr lang="en-US"/>
          </a:p>
        </p:txBody>
      </p:sp>
      <p:sp>
        <p:nvSpPr>
          <p:cNvPr id="563331550"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rtl="0">
              <a:defRPr/>
            </a:pPr>
            <a:fld id="{80863BC9-3C98-4AB2-8802-02853E289FB4}" type="datetimeFigureOut">
              <a:rPr lang="en-US"/>
              <a:t>3/30/2026</a:t>
            </a:fld>
            <a:endParaRPr lang="en-US"/>
          </a:p>
        </p:txBody>
      </p:sp>
      <p:sp>
        <p:nvSpPr>
          <p:cNvPr id="1066692038"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rtl="0">
              <a:defRPr/>
            </a:pPr>
            <a:endParaRPr lang="en-US"/>
          </a:p>
        </p:txBody>
      </p:sp>
      <p:sp>
        <p:nvSpPr>
          <p:cNvPr id="1832755772" name="Espace réservé des commentair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859345583"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rtl="0">
              <a:defRPr/>
            </a:pPr>
            <a:endParaRPr lang="en-US"/>
          </a:p>
        </p:txBody>
      </p:sp>
      <p:sp>
        <p:nvSpPr>
          <p:cNvPr id="872705800"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rtl="0">
              <a:defRPr/>
            </a:pPr>
            <a:fld id="{742E5B5A-C175-4C17-879C-A25F50F472D7}"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4242821" name="Slide Image Placeholder 1"/>
          <p:cNvSpPr>
            <a:spLocks noChangeAspect="1" noGrp="1" noRot="1"/>
          </p:cNvSpPr>
          <p:nvPr>
            <p:ph type="sldImg"/>
          </p:nvPr>
        </p:nvSpPr>
        <p:spPr bwMode="auto"/>
      </p:sp>
      <p:sp>
        <p:nvSpPr>
          <p:cNvPr id="1498203062" name="Notes Placeholder 2"/>
          <p:cNvSpPr>
            <a:spLocks noGrp="1"/>
          </p:cNvSpPr>
          <p:nvPr>
            <p:ph type="body" idx="1"/>
          </p:nvPr>
        </p:nvSpPr>
        <p:spPr bwMode="auto"/>
        <p:txBody>
          <a:bodyPr/>
          <a:lstStyle/>
          <a:p>
            <a:pPr>
              <a:defRPr/>
            </a:pPr>
            <a:r>
              <a:rPr lang="en-US"/>
              <a:t>Le contenu généré par l’IA peut être incorrect.</a:t>
            </a:r>
            <a:br>
              <a:rPr lang="en-US"/>
            </a:br>
            <a:br>
              <a:rPr lang="en-US"/>
            </a:br>
            <a:r>
              <a:rPr lang="en-US"/>
              <a:t>---</a:t>
            </a:r>
            <a:br>
              <a:rPr lang="en-US"/>
            </a:br>
            <a:br>
              <a:rPr lang="en-US"/>
            </a:br>
            <a:br>
              <a:rPr lang="en-US"/>
            </a:br>
            <a:endParaRPr/>
          </a:p>
        </p:txBody>
      </p:sp>
      <p:sp>
        <p:nvSpPr>
          <p:cNvPr id="811772146" name="Slide Number Placeholder 3"/>
          <p:cNvSpPr>
            <a:spLocks noGrp="1"/>
          </p:cNvSpPr>
          <p:nvPr>
            <p:ph type="sldNum" sz="quarter" idx="5"/>
          </p:nvPr>
        </p:nvSpPr>
        <p:spPr bwMode="auto"/>
        <p:txBody>
          <a:bodyPr/>
          <a:lstStyle/>
          <a:p>
            <a:pPr rtl="0">
              <a:defRPr/>
            </a:pPr>
            <a:fld id="{742E5B5A-C175-4C17-879C-A25F50F472D7}"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5BE65F6-649A-7029-21A6-644FC5B1E11A}"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DB8AFC-D727-7DA8-803A-1D69E6A921D2}"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FE99AD0-CDF6-4857-39D3-DF95B17D3344}"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58BDEC-B92F-D934-98BC-56324696E0C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3984654" name="Slide Image Placeholder 1"/>
          <p:cNvSpPr>
            <a:spLocks noChangeAspect="1" noGrp="1" noRot="1"/>
          </p:cNvSpPr>
          <p:nvPr>
            <p:ph type="sldImg"/>
          </p:nvPr>
        </p:nvSpPr>
        <p:spPr bwMode="auto"/>
      </p:sp>
      <p:sp>
        <p:nvSpPr>
          <p:cNvPr id="769466427" name="Notes Placeholder 2"/>
          <p:cNvSpPr>
            <a:spLocks noGrp="1"/>
          </p:cNvSpPr>
          <p:nvPr>
            <p:ph type="body" idx="1"/>
          </p:nvPr>
        </p:nvSpPr>
        <p:spPr bwMode="auto"/>
        <p:txBody>
          <a:bodyPr/>
          <a:lstStyle/>
          <a:p>
            <a:pPr>
              <a:defRPr/>
            </a:pPr>
            <a:br>
              <a:rPr lang="en-US"/>
            </a:br>
            <a:r>
              <a:rPr lang="en-US"/>
              <a:t>La question centrale « Comment créer un secret… sans jamais l’envoyer ? » permet d’introduire l’un des paradoxes les plus fascinants et puissants de la cryptographie moderne. Dans un environnement où tous les échanges peuvent être observés par un attaquant potentiel, réussir à générer une information partagée et confidentielle semble impossible sans un canal préalable sécurisé. Pourtant, c’est exactement ce que permet l’échange de clé Diffie-Hellman, en s’appuyant sur une propriété mathématique ingénieuse : les opérations dites à sens unique. Ces opérations sont faciles à exécuter dans un sens, mais extrêmement difficiles à inverser, même avec une puissance de calcul considérable. L’utilisation d’un terminal SSH stylisé dans la mise en scène visuelle rappelle l’omniprésence de ce mécanisme dans les communications sécurisées du quotidien, tandis que l’icône de serveur symbolise le rôle des systèmes distants dans la sécurisation des échanges. Le point d’interrogation néon projette une atmosphère de mystère technologique qui stimule la curiosité des étudiants et introduit l’idée qu’un défi conceptuel se cache derrière chaque mécanisme cryptographique moderne. Cette approche permet de plonger immédiatement l’audience dans la problématique fondamentale de la sécurité numérique : protéger des informations sensibles dans un écosystème où les adversaires potentiels peuvent tout écouter, mais ne doivent rien comprendre. En soulevant cette question, on met en lumière la transition entre intuition visuelle, réflexion mathématique et implémentation pratique qui structure l’apprentissage de la cryptographie.</a:t>
            </a:r>
            <a:endParaRPr/>
          </a:p>
        </p:txBody>
      </p:sp>
      <p:sp>
        <p:nvSpPr>
          <p:cNvPr id="1437510232" name="Slide Number Placeholder 3"/>
          <p:cNvSpPr>
            <a:spLocks noGrp="1"/>
          </p:cNvSpPr>
          <p:nvPr>
            <p:ph type="sldNum" sz="quarter" idx="5"/>
          </p:nvPr>
        </p:nvSpPr>
        <p:spPr bwMode="auto"/>
        <p:txBody>
          <a:bodyPr/>
          <a:lstStyle/>
          <a:p>
            <a:pPr rtl="0">
              <a:defRPr/>
            </a:pPr>
            <a:fld id="{742E5B5A-C175-4C17-879C-A25F50F472D7}" type="slidenum">
              <a:rPr lang="en-US"/>
              <a:t>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8976822" name="Slide Image Placeholder 1"/>
          <p:cNvSpPr>
            <a:spLocks noChangeAspect="1" noGrp="1" noRot="1"/>
          </p:cNvSpPr>
          <p:nvPr>
            <p:ph type="sldImg"/>
          </p:nvPr>
        </p:nvSpPr>
        <p:spPr bwMode="auto"/>
      </p:sp>
      <p:sp>
        <p:nvSpPr>
          <p:cNvPr id="824529712" name="Notes Placeholder 2"/>
          <p:cNvSpPr>
            <a:spLocks noGrp="1"/>
          </p:cNvSpPr>
          <p:nvPr>
            <p:ph type="body" idx="1"/>
          </p:nvPr>
        </p:nvSpPr>
        <p:spPr bwMode="auto"/>
        <p:txBody>
          <a:bodyPr/>
          <a:lstStyle/>
          <a:p>
            <a:pPr>
              <a:defRPr/>
            </a:pPr>
            <a:r>
              <a:rPr lang="en-US"/>
              <a:t>Analogie peinture — Mélanger des couleurs</a:t>
            </a:r>
            <a:endParaRPr/>
          </a:p>
        </p:txBody>
      </p:sp>
      <p:sp>
        <p:nvSpPr>
          <p:cNvPr id="1723511389" name="Slide Number Placeholder 3"/>
          <p:cNvSpPr>
            <a:spLocks noGrp="1"/>
          </p:cNvSpPr>
          <p:nvPr>
            <p:ph type="sldNum" sz="quarter" idx="5"/>
          </p:nvPr>
        </p:nvSpPr>
        <p:spPr bwMode="auto"/>
        <p:txBody>
          <a:bodyPr/>
          <a:lstStyle/>
          <a:p>
            <a:pPr rtl="0">
              <a:defRPr/>
            </a:pPr>
            <a:fld id="{742E5B5A-C175-4C17-879C-A25F50F472D7}" type="slidenum">
              <a:rPr lang="en-US"/>
              <a:t>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0520841" name="Slide Image Placeholder 1"/>
          <p:cNvSpPr>
            <a:spLocks noChangeAspect="1" noGrp="1" noRot="1"/>
          </p:cNvSpPr>
          <p:nvPr>
            <p:ph type="sldImg"/>
          </p:nvPr>
        </p:nvSpPr>
        <p:spPr bwMode="auto"/>
      </p:sp>
      <p:sp>
        <p:nvSpPr>
          <p:cNvPr id="1524634583" name="Notes Placeholder 2"/>
          <p:cNvSpPr>
            <a:spLocks noGrp="1"/>
          </p:cNvSpPr>
          <p:nvPr>
            <p:ph type="body" idx="1"/>
          </p:nvPr>
        </p:nvSpPr>
        <p:spPr bwMode="auto"/>
        <p:txBody>
          <a:bodyPr/>
          <a:lstStyle/>
          <a:p>
            <a:pPr>
              <a:defRPr/>
            </a:pPr>
            <a:br>
              <a:rPr lang="en-US"/>
            </a:br>
            <a:r>
              <a:rPr lang="en-US"/>
              <a:t>L’analogie des couleurs constitue un outil pédagogique particulièrement efficace pour expliquer la logique de Diffie-Hellman sans entrer immédiatement dans les détails mathématiques. Dans cette métaphore, Alice et Bob commencent avec une couleur commune, par exemple le jaune, qui représente les paramètres publics du protocole. Chacun choisit ensuite une couleur secrète, le bleu pour Alice et le rouge pour Bob, symbolisant leurs clés privées. En mélangeant la couleur publique avec leur couleur secrète, Alice obtient du vert et Bob obtient de l’orange ; ces couleurs mélangées peuvent être transmises publiquement sans révéler les couleurs secrètes initiales. À la réception, Alice ajoute son secret au mélange de Bob et Bob ajoute son secret au mélange d’Alice, obtenant chacun la même couleur finale, ici représentée comme marron : leur clé commune. La force de cette analogie réside dans son réalisme intuitif : mélanger des couleurs est facile, mais démêler un mélange pour retrouver les couleurs originales est pratiquement impossible. Ainsi, cette représentation visuelle rend immédiatement tangible la notion d’opération à sens unique, essentielle au fonctionnement de nombreux protocoles cryptographiques. L’approche par couleurs aide les étudiants à saisir l’idée qu’un attaquant observant uniquement les mélanges ne peut pas remonter aux couleurs privées. La simplicité de la transformation rend le concept accessible, tout en permettant une transition naturelle vers la formalisation mathématique qui sous‑tend réellement Diffie-Hellman.</a:t>
            </a:r>
            <a:endParaRPr/>
          </a:p>
        </p:txBody>
      </p:sp>
      <p:sp>
        <p:nvSpPr>
          <p:cNvPr id="1506334240" name="Slide Number Placeholder 3"/>
          <p:cNvSpPr>
            <a:spLocks noGrp="1"/>
          </p:cNvSpPr>
          <p:nvPr>
            <p:ph type="sldNum" sz="quarter" idx="5"/>
          </p:nvPr>
        </p:nvSpPr>
        <p:spPr bwMode="auto"/>
        <p:txBody>
          <a:bodyPr/>
          <a:lstStyle/>
          <a:p>
            <a:pPr rtl="0">
              <a:defRPr/>
            </a:pPr>
            <a:fld id="{742E5B5A-C175-4C17-879C-A25F50F472D7}" type="slidenum">
              <a:rPr lang="en-US"/>
              <a:t>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3847334" name="Slide Image Placeholder 1"/>
          <p:cNvSpPr>
            <a:spLocks noChangeAspect="1" noGrp="1" noRot="1"/>
          </p:cNvSpPr>
          <p:nvPr>
            <p:ph type="sldImg"/>
          </p:nvPr>
        </p:nvSpPr>
        <p:spPr bwMode="auto"/>
      </p:sp>
      <p:sp>
        <p:nvSpPr>
          <p:cNvPr id="2092052439" name="Notes Placeholder 2"/>
          <p:cNvSpPr>
            <a:spLocks noGrp="1"/>
          </p:cNvSpPr>
          <p:nvPr>
            <p:ph type="body" idx="1"/>
          </p:nvPr>
        </p:nvSpPr>
        <p:spPr bwMode="auto"/>
        <p:txBody>
          <a:bodyPr/>
          <a:lstStyle/>
          <a:p>
            <a:pPr>
              <a:defRPr/>
            </a:pPr>
            <a:br>
              <a:rPr lang="en-US"/>
            </a:br>
            <a:r>
              <a:rPr lang="en-US"/>
              <a:t>La traduction de l’analogie des couleurs vers des opérations mathématiques permet de relier intuition et rigueur cryptographique. Dans cette formalisation, la couleur publique correspond à la base g et au module premier p, tous deux publics et connus de tous les participants, y compris d’un éventuel attaquant. Alice choisit un secret a et Bob un secret b, équivalents aux couleurs secrètes dans l’analogie. Les valeurs A = g^a mod p et B = g^b mod p jouent alors le rôle des couleurs mélangées envoyées publiquement : elles ne révèlent pas directement les secrets a et b en raison de la difficulté du problème du logarithme discret. Ce problème consiste à retrouver l’exposant a à partir de g, p et A, opération considérée comme impraticable lorsque p est suffisamment grand. La clé finale K = g^{ab} mod p, mise en évidence en bleu électrique dans la présentation, illustre la combinaison symétrique des secrets d’Alice et de Bob. Chacun peut la calculer en élevant la valeur reçue à son propre secret, ce qui fonctionne grâce aux propriétés des puissances modulaires : (g^a)^b mod p = (g^b)^a mod p = g^{ab} mod p. L’intérêt pédagogique de cette formalisation réside dans son lien direct avec l’analogie précédente tout en introduisant les fondements mathématiques nécessaires à la compréhension avancée de la cryptographie moderne.</a:t>
            </a:r>
            <a:endParaRPr/>
          </a:p>
        </p:txBody>
      </p:sp>
      <p:sp>
        <p:nvSpPr>
          <p:cNvPr id="1555537274" name="Slide Number Placeholder 3"/>
          <p:cNvSpPr>
            <a:spLocks noGrp="1"/>
          </p:cNvSpPr>
          <p:nvPr>
            <p:ph type="sldNum" sz="quarter" idx="5"/>
          </p:nvPr>
        </p:nvSpPr>
        <p:spPr bwMode="auto"/>
        <p:txBody>
          <a:bodyPr/>
          <a:lstStyle/>
          <a:p>
            <a:pPr rtl="0">
              <a:defRPr/>
            </a:pPr>
            <a:fld id="{742E5B5A-C175-4C17-879C-A25F50F472D7}"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1121857" name="Slide Image Placeholder 1"/>
          <p:cNvSpPr>
            <a:spLocks noChangeAspect="1" noGrp="1" noRot="1"/>
          </p:cNvSpPr>
          <p:nvPr>
            <p:ph type="sldImg"/>
          </p:nvPr>
        </p:nvSpPr>
        <p:spPr bwMode="auto"/>
      </p:sp>
      <p:sp>
        <p:nvSpPr>
          <p:cNvPr id="545024879" name="Notes Placeholder 2"/>
          <p:cNvSpPr>
            <a:spLocks noGrp="1"/>
          </p:cNvSpPr>
          <p:nvPr>
            <p:ph type="body" idx="1"/>
          </p:nvPr>
        </p:nvSpPr>
        <p:spPr bwMode="auto"/>
        <p:txBody>
          <a:bodyPr/>
          <a:lstStyle/>
          <a:p>
            <a:pPr>
              <a:defRPr/>
            </a:pPr>
            <a:br>
              <a:rPr lang="en-US"/>
            </a:br>
            <a:r>
              <a:rPr lang="en-US"/>
              <a:t>L’exemple numérique proposé permet de concrétiser les concepts du protocole en manipulant de petites valeurs. Avec p = 23 et g = 5, Alice choisit un secret a = 6 et Bob un secret b = 15. Elle calcule alors A = 5^6 mod 23 = 8, tandis que Bob calcule B = 5^15 mod 23 = 19. Ces valeurs sont publiées sur le canal, visibles également pour Eve. Cependant, même en connaissant p, g, A et B, elle ne peut pas retrouver les secrets a ou b car cela nécessiterait de résoudre un logarithme discret. En poursuivant le protocole, Alice calcule K = 19^6 mod 23 = 2, et Bob calcule K = 8^15 mod 23 = 2, ce qui confirme que les deux parties obtiennent bien la même clé. Cet exemple est particulièrement utile pour des étudiants découvrant la cryptographie, car il démontre de manière explicite la mécanique du protocole. La séparation visuelle entre ce qu’Eve peut observer et ce qu’elle ne peut pas deviner renforce l’idée que la sécurité provient de la difficulté intrinsèque des opérations inverses. Ce cadre simple prépare aussi à comprendre comment les implémentations réelles utilisent des nombres immenses pour rendre le protocole impraticable à attaquer avec des moyens computationnels modernes.</a:t>
            </a:r>
            <a:endParaRPr/>
          </a:p>
        </p:txBody>
      </p:sp>
      <p:sp>
        <p:nvSpPr>
          <p:cNvPr id="466842247" name="Slide Number Placeholder 3"/>
          <p:cNvSpPr>
            <a:spLocks noGrp="1"/>
          </p:cNvSpPr>
          <p:nvPr>
            <p:ph type="sldNum" sz="quarter" idx="5"/>
          </p:nvPr>
        </p:nvSpPr>
        <p:spPr bwMode="auto"/>
        <p:txBody>
          <a:bodyPr/>
          <a:lstStyle/>
          <a:p>
            <a:pPr rtl="0">
              <a:defRPr/>
            </a:pPr>
            <a:fld id="{742E5B5A-C175-4C17-879C-A25F50F472D7}"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8841388" name="Slide Image Placeholder 1"/>
          <p:cNvSpPr>
            <a:spLocks noChangeAspect="1" noGrp="1" noRot="1"/>
          </p:cNvSpPr>
          <p:nvPr>
            <p:ph type="sldImg"/>
          </p:nvPr>
        </p:nvSpPr>
        <p:spPr bwMode="auto"/>
      </p:sp>
      <p:sp>
        <p:nvSpPr>
          <p:cNvPr id="1949770931" name="Notes Placeholder 2"/>
          <p:cNvSpPr>
            <a:spLocks noGrp="1"/>
          </p:cNvSpPr>
          <p:nvPr>
            <p:ph type="body" idx="1"/>
          </p:nvPr>
        </p:nvSpPr>
        <p:spPr bwMode="auto"/>
        <p:txBody>
          <a:bodyPr/>
          <a:lstStyle/>
          <a:p>
            <a:pPr>
              <a:defRPr/>
            </a:pPr>
            <a:r>
              <a:rPr lang="en-US"/>
              <a:t>Pourquoi Diffie-Hellman est sécurisé, Limites du protocole</a:t>
            </a:r>
            <a:endParaRPr/>
          </a:p>
        </p:txBody>
      </p:sp>
      <p:sp>
        <p:nvSpPr>
          <p:cNvPr id="1313965589" name="Slide Number Placeholder 3"/>
          <p:cNvSpPr>
            <a:spLocks noGrp="1"/>
          </p:cNvSpPr>
          <p:nvPr>
            <p:ph type="sldNum" sz="quarter" idx="5"/>
          </p:nvPr>
        </p:nvSpPr>
        <p:spPr bwMode="auto"/>
        <p:txBody>
          <a:bodyPr/>
          <a:lstStyle/>
          <a:p>
            <a:pPr rtl="0">
              <a:defRPr/>
            </a:pPr>
            <a:fld id="{742E5B5A-C175-4C17-879C-A25F50F472D7}"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1351914" name="Slide Image Placeholder 1"/>
          <p:cNvSpPr>
            <a:spLocks noChangeAspect="1" noGrp="1" noRot="1"/>
          </p:cNvSpPr>
          <p:nvPr>
            <p:ph type="sldImg"/>
          </p:nvPr>
        </p:nvSpPr>
        <p:spPr bwMode="auto"/>
      </p:sp>
      <p:sp>
        <p:nvSpPr>
          <p:cNvPr id="1540268779" name="Notes Placeholder 2"/>
          <p:cNvSpPr>
            <a:spLocks noGrp="1"/>
          </p:cNvSpPr>
          <p:nvPr>
            <p:ph type="body" idx="1"/>
          </p:nvPr>
        </p:nvSpPr>
        <p:spPr bwMode="auto"/>
        <p:txBody>
          <a:bodyPr/>
          <a:lstStyle/>
          <a:p>
            <a:pPr>
              <a:defRPr/>
            </a:pPr>
            <a:br>
              <a:rPr lang="en-US"/>
            </a:br>
            <a:r>
              <a:rPr lang="en-US"/>
              <a:t>La sécurité du protocole Diffie-Hellman repose principalement sur la difficulté du problème du logarithme discret (DLP). Dans un groupe modulaire suffisamment grand, retrouver l’exposant a à partir de g, p et A = g^a mod p est considéré comme hors de portée des technologies actuelles, même avec des supercalculateurs. La distinction entre opérations « faciles » et « difficiles » est ici cruciale : calculer g^a mod p est simple, mais l’opération inverse, extraire a, est extrêmement complexe. La colonne verte de la présentation illustre les opérations accessibles, tandis que la colonne rouge représente celles qui sont irréalisables. Le visuel du coffre-fort symbolise le caractère scellé de l’information protégée. La phrase mathématique « Trouver a depuis g, p, A est impossible » renforce cette idée en exposant clairement la barrière computationnelle sur laquelle repose la sécurité du protocole. Cette propriété est essentielle dans de nombreux systèmes modernes, notamment dans les protocoles de chiffrement qui s’appuient sur la robustesse de ce problème mathématique. Toutefois, cette sécurité dépend du choix approprié des paramètres p et g, car des valeurs trop petites ou mal générées affaibliraient le mécanisme.</a:t>
            </a:r>
            <a:endParaRPr/>
          </a:p>
        </p:txBody>
      </p:sp>
      <p:sp>
        <p:nvSpPr>
          <p:cNvPr id="1133468963" name="Slide Number Placeholder 3"/>
          <p:cNvSpPr>
            <a:spLocks noGrp="1"/>
          </p:cNvSpPr>
          <p:nvPr>
            <p:ph type="sldNum" sz="quarter" idx="5"/>
          </p:nvPr>
        </p:nvSpPr>
        <p:spPr bwMode="auto"/>
        <p:txBody>
          <a:bodyPr/>
          <a:lstStyle/>
          <a:p>
            <a:pPr rtl="0">
              <a:defRPr/>
            </a:pPr>
            <a:fld id="{742E5B5A-C175-4C17-879C-A25F50F472D7}"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9835423" name="Slide Image Placeholder 1"/>
          <p:cNvSpPr>
            <a:spLocks noChangeAspect="1" noGrp="1" noRot="1"/>
          </p:cNvSpPr>
          <p:nvPr>
            <p:ph type="sldImg"/>
          </p:nvPr>
        </p:nvSpPr>
        <p:spPr bwMode="auto"/>
      </p:sp>
      <p:sp>
        <p:nvSpPr>
          <p:cNvPr id="294630340" name="Notes Placeholder 2"/>
          <p:cNvSpPr>
            <a:spLocks noGrp="1"/>
          </p:cNvSpPr>
          <p:nvPr>
            <p:ph type="body" idx="1"/>
          </p:nvPr>
        </p:nvSpPr>
        <p:spPr bwMode="auto"/>
        <p:txBody>
          <a:bodyPr/>
          <a:lstStyle/>
          <a:p>
            <a:pPr>
              <a:defRPr/>
            </a:pPr>
            <a:br>
              <a:rPr lang="en-US"/>
            </a:br>
            <a:r>
              <a:rPr lang="en-US"/>
              <a:t>Bien que Diffie-Hellman constitue un pilier fondamental de la cryptographie moderne, il possède certaines limites intrinsèques qu’il est essentiel de comprendre. Tout d’abord, il n’offre aucune forme d’authentification : un attaquant actif, souvent nommé Mallory, peut ainsi interposer un échange parallèle avec Alice et Bob, réalisant une attaque de type homme‑du‑milieu (MITM). Dans ce scénario, Alice croit partager une clé avec Bob, tandis qu’elle la partage en réalité avec Mallory, qui relaie et modifie les messages. Cette vulnérabilité impose l’utilisation de mécanismes complémentaires tels que les signatures numériques ou les certificats, présents dans des protocoles comme TLS ou SSH. Ensuite, Diffie-Hellman classique est vulnérable aux futurs ordinateurs quantiques, qui pourraient résoudre le logarithme discret via l’algorithme de Shor. Cela pousse la recherche vers des versions post‑quantiques du protocole basées sur d’autres hypothèses mathématiques. Enfin, bien qu’extrêmement puissant, Diffie-Hellman ne doit jamais être utilisé seul : son intégration dans un cadre sécurisé plus large est indispensable pour assurer une protection complète des communications et prévenir les attaques actives.</a:t>
            </a:r>
            <a:endParaRPr/>
          </a:p>
        </p:txBody>
      </p:sp>
      <p:sp>
        <p:nvSpPr>
          <p:cNvPr id="1817680929" name="Slide Number Placeholder 3"/>
          <p:cNvSpPr>
            <a:spLocks noGrp="1"/>
          </p:cNvSpPr>
          <p:nvPr>
            <p:ph type="sldNum" sz="quarter" idx="5"/>
          </p:nvPr>
        </p:nvSpPr>
        <p:spPr bwMode="auto"/>
        <p:txBody>
          <a:bodyPr/>
          <a:lstStyle/>
          <a:p>
            <a:pPr rtl="0">
              <a:defRPr/>
            </a:pPr>
            <a:fld id="{742E5B5A-C175-4C17-879C-A25F50F472D7}"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7ED1372-3876-72A7-00B2-466DCC2FCC93}"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9244342" name="Slide Image Placeholder 1"/>
          <p:cNvSpPr>
            <a:spLocks noChangeAspect="1" noGrp="1" noRot="1"/>
          </p:cNvSpPr>
          <p:nvPr>
            <p:ph type="sldImg"/>
          </p:nvPr>
        </p:nvSpPr>
        <p:spPr bwMode="auto"/>
      </p:sp>
      <p:sp>
        <p:nvSpPr>
          <p:cNvPr id="629207357" name="Notes Placeholder 2"/>
          <p:cNvSpPr>
            <a:spLocks noGrp="1"/>
          </p:cNvSpPr>
          <p:nvPr>
            <p:ph type="body" idx="1"/>
          </p:nvPr>
        </p:nvSpPr>
        <p:spPr bwMode="auto"/>
        <p:txBody>
          <a:bodyPr/>
          <a:lstStyle/>
          <a:p>
            <a:pPr>
              <a:defRPr/>
            </a:pPr>
            <a:r>
              <a:rPr lang="en-US"/>
              <a:t>Vue globale de Diffie-Hellman</a:t>
            </a:r>
            <a:endParaRPr/>
          </a:p>
        </p:txBody>
      </p:sp>
      <p:sp>
        <p:nvSpPr>
          <p:cNvPr id="710618999" name="Slide Number Placeholder 3"/>
          <p:cNvSpPr>
            <a:spLocks noGrp="1"/>
          </p:cNvSpPr>
          <p:nvPr>
            <p:ph type="sldNum" sz="quarter" idx="5"/>
          </p:nvPr>
        </p:nvSpPr>
        <p:spPr bwMode="auto"/>
        <p:txBody>
          <a:bodyPr/>
          <a:lstStyle/>
          <a:p>
            <a:pPr rtl="0">
              <a:defRPr/>
            </a:pPr>
            <a:fld id="{742E5B5A-C175-4C17-879C-A25F50F472D7}"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2961862" name="Slide Image Placeholder 1"/>
          <p:cNvSpPr>
            <a:spLocks noChangeAspect="1" noGrp="1" noRot="1"/>
          </p:cNvSpPr>
          <p:nvPr>
            <p:ph type="sldImg"/>
          </p:nvPr>
        </p:nvSpPr>
        <p:spPr bwMode="auto"/>
      </p:sp>
      <p:sp>
        <p:nvSpPr>
          <p:cNvPr id="368229578" name="Notes Placeholder 2"/>
          <p:cNvSpPr>
            <a:spLocks noGrp="1"/>
          </p:cNvSpPr>
          <p:nvPr>
            <p:ph type="body" idx="1"/>
          </p:nvPr>
        </p:nvSpPr>
        <p:spPr bwMode="auto"/>
        <p:txBody>
          <a:bodyPr/>
          <a:lstStyle/>
          <a:p>
            <a:pPr>
              <a:defRPr/>
            </a:pPr>
            <a:br>
              <a:rPr lang="en-US"/>
            </a:br>
            <a:r>
              <a:rPr lang="en-US"/>
              <a:t>La synthèse finale permet d’unifier les différents aspects abordés afin de construire une vision cohérente de l’échange de clé Diffie-Hellman. Le schéma en cercle proposé représente les éléments essentiels : les paramètres publics p et g, qui constituent la base du protocole ; les secrets privés a et b, choisis indépendamment par Alice et Bob ; et la clé commune K, située au centre, résultat de leur collaboration mathématique. Cette clé représente l’aboutissement du processus et demeure invisible pour tout observateur externe, y compris si ce dernier a pu intercepter toutes les valeurs échangées. Les points résumés rappellent que Diffie-Hellman permet de créer un secret via un canal public, un concept qui peut sembler paradoxal mais devient clair grâce aux propriétés mathématiques des exponentiations modulaires. De plus, son fondement sur la difficulté du DLP garantit sa robustesse dans un monde numérique où la sécurité est cruciale. Son utilisation dans TLS, SSH ou Signal démontre sa pertinence et son rôle central dans la protection des communications modernes. En intégrant ces notions, les étudiants peuvent saisir l’impact concret de ce protocole dans l’écosystème numérique actuel, tout en comprenant ses limites et ses extensions possibles. Ainsi, cette synthèse constitue une transition idéale vers l’étude d’autres primitives cryptographiques qui renforcent ou complètent Diffie-Hellman dans la pratique.</a:t>
            </a:r>
            <a:endParaRPr/>
          </a:p>
        </p:txBody>
      </p:sp>
      <p:sp>
        <p:nvSpPr>
          <p:cNvPr id="449125793" name="Slide Number Placeholder 3"/>
          <p:cNvSpPr>
            <a:spLocks noGrp="1"/>
          </p:cNvSpPr>
          <p:nvPr>
            <p:ph type="sldNum" sz="quarter" idx="5"/>
          </p:nvPr>
        </p:nvSpPr>
        <p:spPr bwMode="auto"/>
        <p:txBody>
          <a:bodyPr/>
          <a:lstStyle/>
          <a:p>
            <a:pPr rtl="0">
              <a:defRPr/>
            </a:pPr>
            <a:fld id="{742E5B5A-C175-4C17-879C-A25F50F472D7}" type="slidenum">
              <a:rPr lang="en-US"/>
              <a:t>17</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0.jp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4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5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5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6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re">
    <p:spTree>
      <p:nvGrpSpPr>
        <p:cNvPr id="1" name=""/>
        <p:cNvGrpSpPr/>
        <p:nvPr/>
      </p:nvGrpSpPr>
      <p:grpSpPr bwMode="auto">
        <a:xfrm>
          <a:off x="0" y="0"/>
          <a:ext cx="0" cy="0"/>
          <a:chOff x="0" y="0"/>
          <a:chExt cx="0" cy="0"/>
        </a:xfrm>
      </p:grpSpPr>
      <p:pic>
        <p:nvPicPr>
          <p:cNvPr id="302652731" name="Image 9" descr="Cercle noir de couleur violette et orange&#10;&#10;Le contenu généré par l’IA peut être incorrect."/>
          <p:cNvPicPr>
            <a:picLocks noChangeAspect="1"/>
          </p:cNvPicPr>
          <p:nvPr userDrawn="1"/>
        </p:nvPicPr>
        <p:blipFill rotWithShape="1">
          <a:blip r:embed="rId2"/>
          <a:srcRect l="14059" t="1529" r="16894" b="27442"/>
          <a:stretch/>
        </p:blipFill>
        <p:spPr bwMode="auto">
          <a:xfrm flipH="1">
            <a:off x="-27432" y="0"/>
            <a:ext cx="12219432" cy="6865715"/>
          </a:xfrm>
          <a:prstGeom prst="rect">
            <a:avLst/>
          </a:prstGeom>
        </p:spPr>
      </p:pic>
      <p:sp>
        <p:nvSpPr>
          <p:cNvPr id="681894465" name="Titre 1"/>
          <p:cNvSpPr>
            <a:spLocks noGrp="1"/>
          </p:cNvSpPr>
          <p:nvPr>
            <p:ph type="ctrTitle"/>
          </p:nvPr>
        </p:nvSpPr>
        <p:spPr bwMode="auto">
          <a:xfrm>
            <a:off x="6295259" y="1820486"/>
            <a:ext cx="4800600" cy="2762187"/>
          </a:xfrm>
        </p:spPr>
        <p:txBody>
          <a:bodyPr vert="horz" lIns="91440" tIns="45720" rIns="91440" bIns="45720" rtlCol="0" anchor="b">
            <a:normAutofit/>
          </a:bodyPr>
          <a:lstStyle>
            <a:lvl1pPr>
              <a:defRPr lang="en-US" sz="4800">
                <a:solidFill>
                  <a:schemeClr val="tx1"/>
                </a:solidFill>
              </a:defRPr>
            </a:lvl1pPr>
          </a:lstStyle>
          <a:p>
            <a:pPr lvl="0" rtl="0">
              <a:defRPr/>
            </a:pPr>
            <a:r>
              <a:rPr lang="fr"/>
              <a:t>Modifiez le style du titre</a:t>
            </a:r>
            <a:endParaRPr/>
          </a:p>
        </p:txBody>
      </p:sp>
      <p:sp>
        <p:nvSpPr>
          <p:cNvPr id="359388547" name="Sous-titre 2"/>
          <p:cNvSpPr>
            <a:spLocks noGrp="1"/>
          </p:cNvSpPr>
          <p:nvPr>
            <p:ph type="subTitle" idx="1"/>
          </p:nvPr>
        </p:nvSpPr>
        <p:spPr bwMode="auto">
          <a:xfrm>
            <a:off x="6295260" y="4714821"/>
            <a:ext cx="3830874" cy="1496616"/>
          </a:xfrm>
        </p:spPr>
        <p:txBody>
          <a:bodyPr vert="horz" lIns="91440" tIns="45720" rIns="91440" bIns="45720" rtlCol="0" anchor="t">
            <a:normAutofit/>
          </a:bodyPr>
          <a:lstStyle>
            <a:lvl1pPr marL="0" indent="0">
              <a:buNone/>
              <a:defRPr lang="en-US" sz="1400">
                <a:solidFill>
                  <a:schemeClr val="tx1"/>
                </a:solidFill>
              </a:defRPr>
            </a:lvl1pPr>
          </a:lstStyle>
          <a:p>
            <a:pPr lvl="0" rtl="0">
              <a:defRPr/>
            </a:pPr>
            <a:r>
              <a:rPr lang="fr"/>
              <a:t>Modifiez le style des sous-titres du masque</a:t>
            </a:r>
            <a:endParaRPr/>
          </a:p>
        </p:txBody>
      </p:sp>
      <p:sp>
        <p:nvSpPr>
          <p:cNvPr id="552387846" name="Espace réservé du pied de page 4"/>
          <p:cNvSpPr>
            <a:spLocks noGrp="1"/>
          </p:cNvSpPr>
          <p:nvPr>
            <p:ph type="ftr" sz="quarter" idx="11"/>
          </p:nvPr>
        </p:nvSpPr>
        <p:spPr bwMode="auto">
          <a:xfrm>
            <a:off x="6295259" y="219456"/>
            <a:ext cx="2703777" cy="338328"/>
          </a:xfrm>
        </p:spPr>
        <p:txBody>
          <a:bodyPr rtlCol="0"/>
          <a:lstStyle>
            <a:lvl1pPr>
              <a:defRPr>
                <a:solidFill>
                  <a:schemeClr val="tx1"/>
                </a:solidFill>
              </a:defRPr>
            </a:lvl1pPr>
          </a:lstStyle>
          <a:p>
            <a:pPr rtl="0">
              <a:defRPr/>
            </a:pPr>
            <a:r>
              <a:rPr lang="fr"/>
              <a:t>Exemple de Texte de Pied de page</a:t>
            </a:r>
            <a:endParaRPr lang="en-US">
              <a:solidFill>
                <a:schemeClr val="tx1"/>
              </a:solidFill>
            </a:endParaRPr>
          </a:p>
        </p:txBody>
      </p:sp>
      <p:sp>
        <p:nvSpPr>
          <p:cNvPr id="653908845" name="Espace réservé de la date 3"/>
          <p:cNvSpPr>
            <a:spLocks noGrp="1"/>
          </p:cNvSpPr>
          <p:nvPr>
            <p:ph type="dt" sz="half" idx="10"/>
          </p:nvPr>
        </p:nvSpPr>
        <p:spPr bwMode="auto">
          <a:xfrm>
            <a:off x="9235440" y="219456"/>
            <a:ext cx="1495365" cy="338328"/>
          </a:xfrm>
        </p:spPr>
        <p:txBody>
          <a:bodyPr rtlCol="0"/>
          <a:lstStyle>
            <a:lvl1pPr>
              <a:defRPr>
                <a:solidFill>
                  <a:schemeClr val="tx1"/>
                </a:solidFill>
              </a:defRPr>
            </a:lvl1pPr>
          </a:lstStyle>
          <a:p>
            <a:pPr rtl="0">
              <a:defRPr/>
            </a:pPr>
            <a:r>
              <a:rPr lang="en-US"/>
              <a:t>2/12/2025</a:t>
            </a:r>
            <a:endParaRPr/>
          </a:p>
        </p:txBody>
      </p:sp>
      <p:sp>
        <p:nvSpPr>
          <p:cNvPr id="1869573926"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 Contenu ">
    <p:spTree>
      <p:nvGrpSpPr>
        <p:cNvPr id="1" name=""/>
        <p:cNvGrpSpPr/>
        <p:nvPr/>
      </p:nvGrpSpPr>
      <p:grpSpPr bwMode="auto">
        <a:xfrm>
          <a:off x="0" y="0"/>
          <a:ext cx="0" cy="0"/>
          <a:chOff x="0" y="0"/>
          <a:chExt cx="0" cy="0"/>
        </a:xfrm>
      </p:grpSpPr>
      <p:sp>
        <p:nvSpPr>
          <p:cNvPr id="311528740" name="Titre 1"/>
          <p:cNvSpPr>
            <a:spLocks noGrp="1"/>
          </p:cNvSpPr>
          <p:nvPr>
            <p:ph type="title"/>
          </p:nvPr>
        </p:nvSpPr>
        <p:spPr bwMode="auto"/>
        <p:txBody>
          <a:bodyPr rtlCol="0"/>
          <a:lstStyle>
            <a:lvl1pPr>
              <a:defRPr>
                <a:solidFill>
                  <a:schemeClr val="tx1"/>
                </a:solidFill>
              </a:defRPr>
            </a:lvl1pPr>
          </a:lstStyle>
          <a:p>
            <a:pPr rtl="0">
              <a:defRPr/>
            </a:pPr>
            <a:r>
              <a:rPr lang="fr"/>
              <a:t>Modifiez le style du titre</a:t>
            </a:r>
            <a:endParaRPr/>
          </a:p>
        </p:txBody>
      </p:sp>
      <p:sp>
        <p:nvSpPr>
          <p:cNvPr id="1020709470" name="Espace réservé du pied de page 4"/>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37354480" name="Espace réservé de la date 3"/>
          <p:cNvSpPr>
            <a:spLocks noGrp="1"/>
          </p:cNvSpPr>
          <p:nvPr>
            <p:ph type="dt" sz="half" idx="10"/>
          </p:nvPr>
        </p:nvSpPr>
        <p:spPr bwMode="auto">
          <a:xfrm>
            <a:off x="9217452" y="214858"/>
            <a:ext cx="1485900" cy="338328"/>
          </a:xfrm>
        </p:spPr>
        <p:txBody>
          <a:bodyPr rtlCol="0"/>
          <a:lstStyle>
            <a:lvl1pPr>
              <a:defRPr>
                <a:solidFill>
                  <a:schemeClr val="tx1"/>
                </a:solidFill>
              </a:defRPr>
            </a:lvl1pPr>
          </a:lstStyle>
          <a:p>
            <a:pPr rtl="0">
              <a:defRPr/>
            </a:pPr>
            <a:r>
              <a:rPr lang="en-US"/>
              <a:t>2/12/2025</a:t>
            </a:r>
            <a:endParaRPr/>
          </a:p>
        </p:txBody>
      </p:sp>
      <p:sp>
        <p:nvSpPr>
          <p:cNvPr id="1415919240"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6376408" name="Espace réservé du contenu 2"/>
          <p:cNvSpPr>
            <a:spLocks noGrp="1"/>
          </p:cNvSpPr>
          <p:nvPr>
            <p:ph idx="1"/>
          </p:nvPr>
        </p:nvSpPr>
        <p:spPr bwMode="auto"/>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2">
    <p:spTree>
      <p:nvGrpSpPr>
        <p:cNvPr id="1" name=""/>
        <p:cNvGrpSpPr/>
        <p:nvPr/>
      </p:nvGrpSpPr>
      <p:grpSpPr bwMode="auto">
        <a:xfrm>
          <a:off x="0" y="0"/>
          <a:ext cx="0" cy="0"/>
          <a:chOff x="0" y="0"/>
          <a:chExt cx="0" cy="0"/>
        </a:xfrm>
      </p:grpSpPr>
      <p:pic>
        <p:nvPicPr>
          <p:cNvPr id="255167026" name="Image 6" descr="Cercle noir de couleur violette et orange&#10;&#10;Le contenu généré par l’IA peut être incorrect."/>
          <p:cNvPicPr>
            <a:picLocks noChangeAspect="1"/>
          </p:cNvPicPr>
          <p:nvPr userDrawn="1"/>
        </p:nvPicPr>
        <p:blipFill rotWithShape="1">
          <a:blip r:embed="rId2"/>
          <a:srcRect l="1145" t="10520" r="14652" b="11507"/>
          <a:stretch/>
        </p:blipFill>
        <p:spPr bwMode="auto">
          <a:xfrm flipH="1">
            <a:off x="-2" y="11899"/>
            <a:ext cx="12192001" cy="6865715"/>
          </a:xfrm>
          <a:prstGeom prst="rect">
            <a:avLst/>
          </a:prstGeom>
        </p:spPr>
      </p:pic>
      <p:sp>
        <p:nvSpPr>
          <p:cNvPr id="2002319799" name="Titre 8"/>
          <p:cNvSpPr>
            <a:spLocks noGrp="1"/>
          </p:cNvSpPr>
          <p:nvPr>
            <p:ph type="title"/>
          </p:nvPr>
        </p:nvSpPr>
        <p:spPr bwMode="auto">
          <a:xfrm>
            <a:off x="420792" y="459253"/>
            <a:ext cx="5658468" cy="2691359"/>
          </a:xfrm>
        </p:spPr>
        <p:txBody>
          <a:bodyPr rtlCol="0"/>
          <a:lstStyle>
            <a:lvl1pPr>
              <a:defRPr sz="4600"/>
            </a:lvl1pPr>
          </a:lstStyle>
          <a:p>
            <a:pPr rtl="0">
              <a:defRPr/>
            </a:pPr>
            <a:r>
              <a:rPr lang="fr"/>
              <a:t>Modifiez le style du titre</a:t>
            </a:r>
            <a:endParaRPr/>
          </a:p>
        </p:txBody>
      </p:sp>
      <p:sp>
        <p:nvSpPr>
          <p:cNvPr id="328246426" name="Sous-titre 2"/>
          <p:cNvSpPr>
            <a:spLocks noGrp="1"/>
          </p:cNvSpPr>
          <p:nvPr>
            <p:ph type="subTitle" idx="1"/>
          </p:nvPr>
        </p:nvSpPr>
        <p:spPr bwMode="auto">
          <a:xfrm>
            <a:off x="7362264" y="516600"/>
            <a:ext cx="2593814" cy="1627886"/>
          </a:xfrm>
        </p:spPr>
        <p:txBody>
          <a:bodyPr vert="horz" lIns="91440" tIns="45720" rIns="91440" bIns="45720" rtlCol="0" anchor="t">
            <a:normAutofit/>
          </a:bodyPr>
          <a:lstStyle>
            <a:lvl1pPr marL="0" indent="0">
              <a:buNone/>
              <a:defRPr lang="en-US" sz="1200">
                <a:solidFill>
                  <a:schemeClr val="tx1"/>
                </a:solidFill>
              </a:defRPr>
            </a:lvl1pPr>
          </a:lstStyle>
          <a:p>
            <a:pPr lvl="0" rtl="0">
              <a:defRPr/>
            </a:pPr>
            <a:r>
              <a:rPr lang="fr"/>
              <a:t>Modifiez le style des sous-titres du masque</a:t>
            </a:r>
            <a:endParaRPr/>
          </a:p>
        </p:txBody>
      </p:sp>
      <p:sp>
        <p:nvSpPr>
          <p:cNvPr id="880652886" name="Espace réservé du pied de page 4"/>
          <p:cNvSpPr>
            <a:spLocks noGrp="1"/>
          </p:cNvSpPr>
          <p:nvPr>
            <p:ph type="ftr" sz="quarter" idx="11"/>
          </p:nvPr>
        </p:nvSpPr>
        <p:spPr bwMode="auto">
          <a:xfrm>
            <a:off x="7362265" y="219456"/>
            <a:ext cx="2504049" cy="338328"/>
          </a:xfrm>
        </p:spPr>
        <p:txBody>
          <a:bodyPr rtlCol="0"/>
          <a:lstStyle>
            <a:lvl1pPr>
              <a:defRPr>
                <a:solidFill>
                  <a:schemeClr val="tx1"/>
                </a:solidFill>
              </a:defRPr>
            </a:lvl1pPr>
          </a:lstStyle>
          <a:p>
            <a:pPr rtl="0">
              <a:defRPr/>
            </a:pPr>
            <a:r>
              <a:rPr lang="fr"/>
              <a:t>Exemple de Texte de Pied de page</a:t>
            </a:r>
            <a:endParaRPr lang="en-US"/>
          </a:p>
        </p:txBody>
      </p:sp>
      <p:sp>
        <p:nvSpPr>
          <p:cNvPr id="812726943" name="Espace réservé de la date 3"/>
          <p:cNvSpPr>
            <a:spLocks noGrp="1"/>
          </p:cNvSpPr>
          <p:nvPr>
            <p:ph type="dt" sz="half" idx="10"/>
          </p:nvPr>
        </p:nvSpPr>
        <p:spPr bwMode="auto">
          <a:xfrm>
            <a:off x="10363200" y="219456"/>
            <a:ext cx="1146383" cy="338328"/>
          </a:xfrm>
        </p:spPr>
        <p:txBody>
          <a:bodyPr rtlCol="0"/>
          <a:lstStyle>
            <a:lvl1pPr>
              <a:defRPr>
                <a:solidFill>
                  <a:schemeClr val="tx1"/>
                </a:solidFill>
              </a:defRPr>
            </a:lvl1pPr>
          </a:lstStyle>
          <a:p>
            <a:pPr rtl="0">
              <a:defRPr/>
            </a:pPr>
            <a:r>
              <a:rPr lang="en-US"/>
              <a:t>2/12/2025</a:t>
            </a:r>
            <a:endParaRPr lang="en-US"/>
          </a:p>
        </p:txBody>
      </p:sp>
      <p:sp>
        <p:nvSpPr>
          <p:cNvPr id="423141541" name="Espace réservé du numéro de diapositive 5"/>
          <p:cNvSpPr>
            <a:spLocks noGrp="1"/>
          </p:cNvSpPr>
          <p:nvPr>
            <p:ph type="sldNum" sz="quarter" idx="12"/>
          </p:nvPr>
        </p:nvSpPr>
        <p:spPr bwMode="auto">
          <a:xfrm>
            <a:off x="11291657" y="219456"/>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3">
    <p:spTree>
      <p:nvGrpSpPr>
        <p:cNvPr id="1" name=""/>
        <p:cNvGrpSpPr/>
        <p:nvPr/>
      </p:nvGrpSpPr>
      <p:grpSpPr bwMode="auto">
        <a:xfrm>
          <a:off x="0" y="0"/>
          <a:ext cx="0" cy="0"/>
          <a:chOff x="0" y="0"/>
          <a:chExt cx="0" cy="0"/>
        </a:xfrm>
      </p:grpSpPr>
      <p:pic>
        <p:nvPicPr>
          <p:cNvPr id="172367453" name="Image 8" descr="Cercle noir de couleur violette et orange&#10;&#10;Le contenu généré par l’IA peut être incorrect."/>
          <p:cNvPicPr>
            <a:picLocks noChangeAspect="1"/>
          </p:cNvPicPr>
          <p:nvPr userDrawn="1"/>
        </p:nvPicPr>
        <p:blipFill rotWithShape="1">
          <a:blip r:embed="rId2"/>
          <a:srcRect l="8525" t="0" r="1081" b="9617"/>
          <a:stretch/>
        </p:blipFill>
        <p:spPr bwMode="auto">
          <a:xfrm>
            <a:off x="-13716" y="0"/>
            <a:ext cx="12205716" cy="6858000"/>
          </a:xfrm>
          <a:prstGeom prst="rect">
            <a:avLst/>
          </a:prstGeom>
        </p:spPr>
      </p:pic>
      <p:sp>
        <p:nvSpPr>
          <p:cNvPr id="733514890" name="Titre 7"/>
          <p:cNvSpPr>
            <a:spLocks noGrp="1"/>
          </p:cNvSpPr>
          <p:nvPr>
            <p:ph type="title"/>
          </p:nvPr>
        </p:nvSpPr>
        <p:spPr bwMode="auto">
          <a:xfrm>
            <a:off x="420791" y="426598"/>
            <a:ext cx="9942409" cy="671387"/>
          </a:xfrm>
        </p:spPr>
        <p:txBody>
          <a:bodyPr rtlCol="0"/>
          <a:lstStyle>
            <a:lvl1pPr>
              <a:defRPr sz="4200">
                <a:solidFill>
                  <a:schemeClr val="tx1"/>
                </a:solidFill>
              </a:defRPr>
            </a:lvl1pPr>
          </a:lstStyle>
          <a:p>
            <a:pPr rtl="0">
              <a:defRPr/>
            </a:pPr>
            <a:r>
              <a:rPr lang="fr"/>
              <a:t>Modifiez le style du titre</a:t>
            </a:r>
            <a:endParaRPr/>
          </a:p>
        </p:txBody>
      </p:sp>
      <p:sp>
        <p:nvSpPr>
          <p:cNvPr id="1603427310" name="Sous-titre 2"/>
          <p:cNvSpPr>
            <a:spLocks noGrp="1"/>
          </p:cNvSpPr>
          <p:nvPr>
            <p:ph type="subTitle" idx="1"/>
          </p:nvPr>
        </p:nvSpPr>
        <p:spPr bwMode="auto">
          <a:xfrm>
            <a:off x="433412" y="1097985"/>
            <a:ext cx="3704199" cy="1035616"/>
          </a:xfrm>
        </p:spPr>
        <p:txBody>
          <a:bodyPr vert="horz" lIns="91440" tIns="45720" rIns="91440" bIns="45720" rtlCol="0" anchor="t">
            <a:normAutofit/>
          </a:bodyPr>
          <a:lstStyle>
            <a:lvl1pPr marL="0" indent="0">
              <a:buNone/>
              <a:defRPr lang="en-US" sz="1200">
                <a:solidFill>
                  <a:schemeClr val="tx1"/>
                </a:solidFill>
              </a:defRPr>
            </a:lvl1pPr>
          </a:lstStyle>
          <a:p>
            <a:pPr lvl="0" rtl="0">
              <a:defRPr/>
            </a:pPr>
            <a:r>
              <a:rPr lang="fr"/>
              <a:t>Modifiez le style des sous-titres du masque</a:t>
            </a:r>
            <a:endParaRPr/>
          </a:p>
        </p:txBody>
      </p:sp>
      <p:sp>
        <p:nvSpPr>
          <p:cNvPr id="1916041324" name="Espace réservé du pied de page 4"/>
          <p:cNvSpPr>
            <a:spLocks noGrp="1"/>
          </p:cNvSpPr>
          <p:nvPr>
            <p:ph type="ftr" sz="quarter" idx="11"/>
          </p:nvPr>
        </p:nvSpPr>
        <p:spPr bwMode="auto">
          <a:xfrm>
            <a:off x="458792" y="6357493"/>
            <a:ext cx="2703777" cy="338328"/>
          </a:xfrm>
        </p:spPr>
        <p:txBody>
          <a:bodyPr rtlCol="0"/>
          <a:lstStyle>
            <a:lvl1pPr>
              <a:defRPr>
                <a:solidFill>
                  <a:schemeClr val="tx1"/>
                </a:solidFill>
              </a:defRPr>
            </a:lvl1pPr>
          </a:lstStyle>
          <a:p>
            <a:pPr rtl="0">
              <a:defRPr/>
            </a:pPr>
            <a:r>
              <a:rPr lang="fr"/>
              <a:t>Exemple de Texte de Pied de page</a:t>
            </a:r>
            <a:endParaRPr lang="en-US">
              <a:solidFill>
                <a:schemeClr val="tx1"/>
              </a:solidFill>
            </a:endParaRPr>
          </a:p>
        </p:txBody>
      </p:sp>
      <p:sp>
        <p:nvSpPr>
          <p:cNvPr id="1704468060" name="Espace réservé de la date 3"/>
          <p:cNvSpPr>
            <a:spLocks noGrp="1"/>
          </p:cNvSpPr>
          <p:nvPr>
            <p:ph type="dt" sz="half" idx="10"/>
          </p:nvPr>
        </p:nvSpPr>
        <p:spPr bwMode="auto">
          <a:xfrm>
            <a:off x="9136185" y="6357493"/>
            <a:ext cx="2258646" cy="338328"/>
          </a:xfrm>
        </p:spPr>
        <p:txBody>
          <a:bodyPr rtlCol="0"/>
          <a:lstStyle>
            <a:lvl1pPr>
              <a:defRPr>
                <a:solidFill>
                  <a:schemeClr val="tx1"/>
                </a:solidFill>
              </a:defRPr>
            </a:lvl1pPr>
          </a:lstStyle>
          <a:p>
            <a:pPr rtl="0">
              <a:defRPr/>
            </a:pPr>
            <a:r>
              <a:rPr lang="en-US"/>
              <a:t>2/12/2025</a:t>
            </a:r>
            <a:endParaRPr/>
          </a:p>
        </p:txBody>
      </p:sp>
      <p:sp>
        <p:nvSpPr>
          <p:cNvPr id="456612535" name="Espace réservé du numéro de diapositive 5"/>
          <p:cNvSpPr>
            <a:spLocks noGrp="1"/>
          </p:cNvSpPr>
          <p:nvPr>
            <p:ph type="sldNum" sz="quarter" idx="12"/>
          </p:nvPr>
        </p:nvSpPr>
        <p:spPr bwMode="auto">
          <a:xfrm>
            <a:off x="11509584" y="6357493"/>
            <a:ext cx="457200"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Titre 4">
    <p:spTree>
      <p:nvGrpSpPr>
        <p:cNvPr id="1" name=""/>
        <p:cNvGrpSpPr/>
        <p:nvPr/>
      </p:nvGrpSpPr>
      <p:grpSpPr bwMode="auto">
        <a:xfrm>
          <a:off x="0" y="0"/>
          <a:ext cx="0" cy="0"/>
          <a:chOff x="0" y="0"/>
          <a:chExt cx="0" cy="0"/>
        </a:xfrm>
      </p:grpSpPr>
      <p:pic>
        <p:nvPicPr>
          <p:cNvPr id="868422058" name="Image 9" descr="Gros plan d’un objet coloré&#10;&#10;Le contenu généré par l’IA peut être incorrect."/>
          <p:cNvPicPr>
            <a:picLocks noChangeAspect="1"/>
          </p:cNvPicPr>
          <p:nvPr userDrawn="1"/>
        </p:nvPicPr>
        <p:blipFill rotWithShape="1">
          <a:blip r:embed="rId2"/>
          <a:srcRect l="8084" t="9400" r="1623" b="307"/>
          <a:stretch/>
        </p:blipFill>
        <p:spPr bwMode="auto">
          <a:xfrm>
            <a:off x="0" y="875"/>
            <a:ext cx="12192000" cy="6857125"/>
          </a:xfrm>
          <a:prstGeom prst="rect">
            <a:avLst/>
          </a:prstGeom>
        </p:spPr>
      </p:pic>
      <p:sp>
        <p:nvSpPr>
          <p:cNvPr id="1380500565" name="Titre 7"/>
          <p:cNvSpPr>
            <a:spLocks noGrp="1"/>
          </p:cNvSpPr>
          <p:nvPr>
            <p:ph type="title"/>
          </p:nvPr>
        </p:nvSpPr>
        <p:spPr bwMode="auto">
          <a:xfrm>
            <a:off x="420792" y="356684"/>
            <a:ext cx="6346974" cy="2667527"/>
          </a:xfrm>
        </p:spPr>
        <p:txBody>
          <a:bodyPr rtlCol="0"/>
          <a:lstStyle>
            <a:lvl1pPr>
              <a:defRPr sz="5400">
                <a:solidFill>
                  <a:schemeClr val="tx1"/>
                </a:solidFill>
              </a:defRPr>
            </a:lvl1pPr>
          </a:lstStyle>
          <a:p>
            <a:pPr rtl="0">
              <a:defRPr/>
            </a:pPr>
            <a:r>
              <a:rPr lang="fr"/>
              <a:t>Modifiez le style du titre</a:t>
            </a:r>
            <a:endParaRPr/>
          </a:p>
        </p:txBody>
      </p:sp>
      <p:sp>
        <p:nvSpPr>
          <p:cNvPr id="2133426287" name="Sous-titre 2"/>
          <p:cNvSpPr>
            <a:spLocks noGrp="1"/>
          </p:cNvSpPr>
          <p:nvPr>
            <p:ph type="subTitle" idx="1"/>
          </p:nvPr>
        </p:nvSpPr>
        <p:spPr bwMode="auto">
          <a:xfrm>
            <a:off x="433414" y="5266344"/>
            <a:ext cx="3291920" cy="982055"/>
          </a:xfrm>
        </p:spPr>
        <p:txBody>
          <a:bodyPr vert="horz" lIns="91440" tIns="45720" rIns="91440" bIns="45720" rtlCol="0" anchor="b">
            <a:normAutofit/>
          </a:bodyPr>
          <a:lstStyle>
            <a:lvl1pPr marL="0" indent="0">
              <a:buNone/>
              <a:defRPr lang="en-US" sz="1200">
                <a:solidFill>
                  <a:schemeClr val="tx1"/>
                </a:solidFill>
              </a:defRPr>
            </a:lvl1pPr>
          </a:lstStyle>
          <a:p>
            <a:pPr lvl="0" rtl="0">
              <a:defRPr/>
            </a:pPr>
            <a:r>
              <a:rPr lang="fr"/>
              <a:t>Modifiez le style des sous-titres du masque</a:t>
            </a:r>
            <a:endParaRPr/>
          </a:p>
        </p:txBody>
      </p:sp>
      <p:sp>
        <p:nvSpPr>
          <p:cNvPr id="1281736280" name="Espace réservé du pied de page 4"/>
          <p:cNvSpPr>
            <a:spLocks noGrp="1"/>
          </p:cNvSpPr>
          <p:nvPr>
            <p:ph type="ftr" sz="quarter" idx="11"/>
          </p:nvPr>
        </p:nvSpPr>
        <p:spPr bwMode="auto">
          <a:xfrm>
            <a:off x="7362265" y="222117"/>
            <a:ext cx="2504049" cy="338328"/>
          </a:xfrm>
        </p:spPr>
        <p:txBody>
          <a:bodyPr rtlCol="0"/>
          <a:lstStyle>
            <a:lvl1pPr>
              <a:defRPr>
                <a:solidFill>
                  <a:schemeClr val="tx1"/>
                </a:solidFill>
              </a:defRPr>
            </a:lvl1pPr>
          </a:lstStyle>
          <a:p>
            <a:pPr rtl="0">
              <a:defRPr/>
            </a:pPr>
            <a:r>
              <a:rPr lang="fr"/>
              <a:t>Exemple de Texte de Pied de page</a:t>
            </a:r>
            <a:endParaRPr lang="en-US"/>
          </a:p>
        </p:txBody>
      </p:sp>
      <p:sp>
        <p:nvSpPr>
          <p:cNvPr id="2106591418" name="Espace réservé de la date 3"/>
          <p:cNvSpPr>
            <a:spLocks noGrp="1"/>
          </p:cNvSpPr>
          <p:nvPr>
            <p:ph type="dt" sz="half" idx="10"/>
          </p:nvPr>
        </p:nvSpPr>
        <p:spPr bwMode="auto">
          <a:xfrm>
            <a:off x="10363200" y="222117"/>
            <a:ext cx="1146383" cy="338328"/>
          </a:xfrm>
        </p:spPr>
        <p:txBody>
          <a:bodyPr rtlCol="0"/>
          <a:lstStyle>
            <a:lvl1pPr>
              <a:defRPr>
                <a:solidFill>
                  <a:schemeClr val="tx1"/>
                </a:solidFill>
              </a:defRPr>
            </a:lvl1pPr>
          </a:lstStyle>
          <a:p>
            <a:pPr rtl="0">
              <a:defRPr/>
            </a:pPr>
            <a:r>
              <a:rPr lang="en-US"/>
              <a:t>2/12/2025</a:t>
            </a:r>
            <a:endParaRPr/>
          </a:p>
        </p:txBody>
      </p:sp>
      <p:sp>
        <p:nvSpPr>
          <p:cNvPr id="2080773702"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re 5">
    <p:spTree>
      <p:nvGrpSpPr>
        <p:cNvPr id="1" name=""/>
        <p:cNvGrpSpPr/>
        <p:nvPr/>
      </p:nvGrpSpPr>
      <p:grpSpPr bwMode="auto">
        <a:xfrm>
          <a:off x="0" y="0"/>
          <a:ext cx="0" cy="0"/>
          <a:chOff x="0" y="0"/>
          <a:chExt cx="0" cy="0"/>
        </a:xfrm>
      </p:grpSpPr>
      <p:pic>
        <p:nvPicPr>
          <p:cNvPr id="562623398" name="Image 9" descr="Lumière rouge et violette&#10;&#10;Le contenu généré par l’IA peut être incorrect."/>
          <p:cNvPicPr>
            <a:picLocks noChangeAspect="1"/>
          </p:cNvPicPr>
          <p:nvPr userDrawn="1"/>
        </p:nvPicPr>
        <p:blipFill rotWithShape="1">
          <a:blip r:embed="rId2"/>
          <a:srcRect l="389" t="34949" r="912" b="0"/>
          <a:stretch/>
        </p:blipFill>
        <p:spPr bwMode="auto">
          <a:xfrm flipH="1">
            <a:off x="0" y="0"/>
            <a:ext cx="12192000" cy="6858000"/>
          </a:xfrm>
          <a:prstGeom prst="rect">
            <a:avLst/>
          </a:prstGeom>
        </p:spPr>
      </p:pic>
      <p:sp>
        <p:nvSpPr>
          <p:cNvPr id="1520288970" name="Titre 1"/>
          <p:cNvSpPr>
            <a:spLocks noGrp="1"/>
          </p:cNvSpPr>
          <p:nvPr>
            <p:ph type="ctrTitle"/>
          </p:nvPr>
        </p:nvSpPr>
        <p:spPr bwMode="auto">
          <a:xfrm>
            <a:off x="423491" y="2122471"/>
            <a:ext cx="7348909" cy="1672640"/>
          </a:xfrm>
        </p:spPr>
        <p:txBody>
          <a:bodyPr vert="horz" lIns="91440" tIns="45720" rIns="91440" bIns="45720" rtlCol="0" anchor="t">
            <a:normAutofit/>
          </a:bodyPr>
          <a:lstStyle>
            <a:lvl1pPr>
              <a:defRPr lang="en-US" sz="5400">
                <a:solidFill>
                  <a:schemeClr val="tx1"/>
                </a:solidFill>
              </a:defRPr>
            </a:lvl1pPr>
          </a:lstStyle>
          <a:p>
            <a:pPr lvl="0" rtl="0">
              <a:defRPr/>
            </a:pPr>
            <a:r>
              <a:rPr lang="fr"/>
              <a:t>Modifiez le style du titre</a:t>
            </a:r>
            <a:endParaRPr/>
          </a:p>
        </p:txBody>
      </p:sp>
      <p:sp>
        <p:nvSpPr>
          <p:cNvPr id="1008458590" name="Sous-titre 2"/>
          <p:cNvSpPr>
            <a:spLocks noGrp="1"/>
          </p:cNvSpPr>
          <p:nvPr>
            <p:ph type="subTitle" idx="1"/>
          </p:nvPr>
        </p:nvSpPr>
        <p:spPr bwMode="auto">
          <a:xfrm>
            <a:off x="8816399" y="2122470"/>
            <a:ext cx="2052235" cy="1672640"/>
          </a:xfrm>
        </p:spPr>
        <p:txBody>
          <a:bodyPr vert="horz" lIns="91440" tIns="45720" rIns="91440" bIns="45720" rtlCol="0" anchor="t">
            <a:normAutofit/>
          </a:bodyPr>
          <a:lstStyle>
            <a:lvl1pPr marL="0" indent="0">
              <a:buNone/>
              <a:defRPr lang="en-US" sz="1200">
                <a:solidFill>
                  <a:schemeClr val="tx1"/>
                </a:solidFill>
              </a:defRPr>
            </a:lvl1pPr>
          </a:lstStyle>
          <a:p>
            <a:pPr lvl="0" rtl="0">
              <a:defRPr/>
            </a:pPr>
            <a:r>
              <a:rPr lang="fr"/>
              <a:t>Modifiez le style des sous-titres du masque</a:t>
            </a:r>
            <a:endParaRPr/>
          </a:p>
        </p:txBody>
      </p:sp>
      <p:sp>
        <p:nvSpPr>
          <p:cNvPr id="379293623" name="Espace réservé du pied de page 4"/>
          <p:cNvSpPr>
            <a:spLocks noGrp="1"/>
          </p:cNvSpPr>
          <p:nvPr>
            <p:ph type="ftr" sz="quarter" idx="11"/>
          </p:nvPr>
        </p:nvSpPr>
        <p:spPr bwMode="auto">
          <a:xfrm>
            <a:off x="422284" y="233990"/>
            <a:ext cx="2578687" cy="338328"/>
          </a:xfrm>
        </p:spPr>
        <p:txBody>
          <a:bodyPr rtlCol="0"/>
          <a:lstStyle>
            <a:lvl1pPr>
              <a:defRPr>
                <a:solidFill>
                  <a:schemeClr val="tx1"/>
                </a:solidFill>
              </a:defRPr>
            </a:lvl1pPr>
          </a:lstStyle>
          <a:p>
            <a:pPr rtl="0">
              <a:defRPr/>
            </a:pPr>
            <a:r>
              <a:rPr lang="fr"/>
              <a:t>Exemple de texte de pied de page</a:t>
            </a:r>
            <a:endParaRPr/>
          </a:p>
        </p:txBody>
      </p:sp>
      <p:sp>
        <p:nvSpPr>
          <p:cNvPr id="1318711648" name="Espace réservé de la date 3"/>
          <p:cNvSpPr>
            <a:spLocks noGrp="1"/>
          </p:cNvSpPr>
          <p:nvPr>
            <p:ph type="dt" sz="half" idx="10"/>
          </p:nvPr>
        </p:nvSpPr>
        <p:spPr bwMode="auto">
          <a:xfrm>
            <a:off x="8801100" y="216573"/>
            <a:ext cx="1562100" cy="338328"/>
          </a:xfrm>
        </p:spPr>
        <p:txBody>
          <a:bodyPr rtlCol="0"/>
          <a:lstStyle>
            <a:lvl1pPr>
              <a:defRPr>
                <a:solidFill>
                  <a:schemeClr val="tx1"/>
                </a:solidFill>
              </a:defRPr>
            </a:lvl1pPr>
          </a:lstStyle>
          <a:p>
            <a:pPr rtl="0">
              <a:defRPr/>
            </a:pPr>
            <a:r>
              <a:rPr lang="en-US"/>
              <a:t>2/12/2025</a:t>
            </a:r>
            <a:endParaRPr lang="en-US"/>
          </a:p>
        </p:txBody>
      </p:sp>
      <p:sp>
        <p:nvSpPr>
          <p:cNvPr id="405434541"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re 6">
    <p:spTree>
      <p:nvGrpSpPr>
        <p:cNvPr id="1" name=""/>
        <p:cNvGrpSpPr/>
        <p:nvPr/>
      </p:nvGrpSpPr>
      <p:grpSpPr bwMode="auto">
        <a:xfrm>
          <a:off x="0" y="0"/>
          <a:ext cx="0" cy="0"/>
          <a:chOff x="0" y="0"/>
          <a:chExt cx="0" cy="0"/>
        </a:xfrm>
      </p:grpSpPr>
      <p:pic>
        <p:nvPicPr>
          <p:cNvPr id="1609242849" name="Image 8" descr="Cercle noir de couleur violette et orange&#10;&#10;Le contenu généré par l’IA peut être incorrect."/>
          <p:cNvPicPr>
            <a:picLocks noChangeAspect="1"/>
          </p:cNvPicPr>
          <p:nvPr userDrawn="1"/>
        </p:nvPicPr>
        <p:blipFill rotWithShape="1">
          <a:blip r:embed="rId2"/>
          <a:srcRect l="17111" t="2700" r="25757" b="19631"/>
          <a:stretch/>
        </p:blipFill>
        <p:spPr bwMode="auto">
          <a:xfrm rot="10800000" flipH="1">
            <a:off x="0" y="-1713"/>
            <a:ext cx="12205716" cy="6858000"/>
          </a:xfrm>
          <a:prstGeom prst="rect">
            <a:avLst/>
          </a:prstGeom>
        </p:spPr>
      </p:pic>
      <p:sp>
        <p:nvSpPr>
          <p:cNvPr id="1139453402" name="Titre 1"/>
          <p:cNvSpPr>
            <a:spLocks noGrp="1"/>
          </p:cNvSpPr>
          <p:nvPr>
            <p:ph type="ctrTitle"/>
          </p:nvPr>
        </p:nvSpPr>
        <p:spPr bwMode="auto">
          <a:xfrm>
            <a:off x="166693" y="2705100"/>
            <a:ext cx="11562393" cy="4152900"/>
          </a:xfrm>
        </p:spPr>
        <p:txBody>
          <a:bodyPr vert="horz" lIns="91440" tIns="45720" rIns="91440" bIns="45720" rtlCol="0" anchor="b">
            <a:normAutofit/>
          </a:bodyPr>
          <a:lstStyle>
            <a:lvl1pPr>
              <a:defRPr lang="en-US" sz="11500">
                <a:solidFill>
                  <a:schemeClr val="tx1"/>
                </a:solidFill>
              </a:defRPr>
            </a:lvl1pPr>
          </a:lstStyle>
          <a:p>
            <a:pPr lvl="0" rtl="0">
              <a:defRPr/>
            </a:pPr>
            <a:r>
              <a:rPr lang="fr"/>
              <a:t>Modifiez le style du titre</a:t>
            </a:r>
            <a:endParaRPr/>
          </a:p>
        </p:txBody>
      </p:sp>
      <p:sp>
        <p:nvSpPr>
          <p:cNvPr id="870250997" name="Sous-titre 2"/>
          <p:cNvSpPr>
            <a:spLocks noGrp="1"/>
          </p:cNvSpPr>
          <p:nvPr>
            <p:ph type="subTitle" idx="1"/>
          </p:nvPr>
        </p:nvSpPr>
        <p:spPr bwMode="auto">
          <a:xfrm>
            <a:off x="7353135" y="564350"/>
            <a:ext cx="3645744" cy="905861"/>
          </a:xfrm>
        </p:spPr>
        <p:txBody>
          <a:bodyPr vert="horz" lIns="91440" tIns="45720" rIns="91440" bIns="45720" rtlCol="0" anchor="t">
            <a:normAutofit/>
          </a:bodyPr>
          <a:lstStyle>
            <a:lvl1pPr marL="0" indent="0">
              <a:buNone/>
              <a:defRPr lang="en-US" sz="1400">
                <a:solidFill>
                  <a:schemeClr val="tx1"/>
                </a:solidFill>
              </a:defRPr>
            </a:lvl1pPr>
          </a:lstStyle>
          <a:p>
            <a:pPr lvl="0" rtl="0">
              <a:defRPr/>
            </a:pPr>
            <a:r>
              <a:rPr lang="fr"/>
              <a:t>Modifiez le style des sous-titres du masque</a:t>
            </a:r>
            <a:endParaRPr/>
          </a:p>
        </p:txBody>
      </p:sp>
      <p:sp>
        <p:nvSpPr>
          <p:cNvPr id="1966472373" name="Espace réservé du pied de page 4"/>
          <p:cNvSpPr>
            <a:spLocks noGrp="1"/>
          </p:cNvSpPr>
          <p:nvPr>
            <p:ph type="ftr" sz="quarter" idx="11"/>
          </p:nvPr>
        </p:nvSpPr>
        <p:spPr bwMode="auto">
          <a:xfrm>
            <a:off x="7369462" y="197680"/>
            <a:ext cx="2561771" cy="338328"/>
          </a:xfrm>
        </p:spPr>
        <p:txBody>
          <a:bodyPr rtlCol="0"/>
          <a:lstStyle>
            <a:lvl1pPr>
              <a:defRPr>
                <a:solidFill>
                  <a:schemeClr val="tx1"/>
                </a:solidFill>
              </a:defRPr>
            </a:lvl1pPr>
          </a:lstStyle>
          <a:p>
            <a:pPr rtl="0">
              <a:defRPr/>
            </a:pPr>
            <a:r>
              <a:rPr lang="fr"/>
              <a:t>Exemple de Texte de Pied de page</a:t>
            </a:r>
            <a:endParaRPr lang="en-US"/>
          </a:p>
        </p:txBody>
      </p:sp>
      <p:sp>
        <p:nvSpPr>
          <p:cNvPr id="1011444886" name="Espace réservé de la date 3"/>
          <p:cNvSpPr>
            <a:spLocks noGrp="1"/>
          </p:cNvSpPr>
          <p:nvPr>
            <p:ph type="dt" sz="half" idx="10"/>
          </p:nvPr>
        </p:nvSpPr>
        <p:spPr bwMode="auto">
          <a:xfrm>
            <a:off x="10706100" y="209088"/>
            <a:ext cx="1022986" cy="338328"/>
          </a:xfrm>
        </p:spPr>
        <p:txBody>
          <a:bodyPr rtlCol="0"/>
          <a:lstStyle>
            <a:lvl1pPr>
              <a:defRPr>
                <a:solidFill>
                  <a:schemeClr val="tx1"/>
                </a:solidFill>
              </a:defRPr>
            </a:lvl1pPr>
          </a:lstStyle>
          <a:p>
            <a:pPr rtl="0">
              <a:defRPr/>
            </a:pPr>
            <a:r>
              <a:rPr lang="en-US"/>
              <a:t>2/12/2025</a:t>
            </a:r>
            <a:endParaRPr/>
          </a:p>
        </p:txBody>
      </p:sp>
      <p:sp>
        <p:nvSpPr>
          <p:cNvPr id="32140543"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Titre avec image">
    <p:spTree>
      <p:nvGrpSpPr>
        <p:cNvPr id="1" name=""/>
        <p:cNvGrpSpPr/>
        <p:nvPr/>
      </p:nvGrpSpPr>
      <p:grpSpPr bwMode="auto">
        <a:xfrm>
          <a:off x="0" y="0"/>
          <a:ext cx="0" cy="0"/>
          <a:chOff x="0" y="0"/>
          <a:chExt cx="0" cy="0"/>
        </a:xfrm>
      </p:grpSpPr>
      <p:sp>
        <p:nvSpPr>
          <p:cNvPr id="1778301208" name="Espace réservé d’image 8"/>
          <p:cNvSpPr>
            <a:spLocks noGrp="1"/>
          </p:cNvSpPr>
          <p:nvPr>
            <p:ph type="pic" sz="quarter" idx="13" hasCustomPrompt="1"/>
          </p:nvPr>
        </p:nvSpPr>
        <p:spPr bwMode="auto">
          <a:xfrm>
            <a:off x="0" y="0"/>
            <a:ext cx="12188952" cy="6858000"/>
          </a:xfrm>
          <a:prstGeom prst="rect">
            <a:avLst/>
          </a:prstGeom>
          <a:blipFill rotWithShape="1">
            <a:blip r:embed="rId2">
              <a:alphaModFix amt="70000"/>
            </a:blip>
            <a:stretch/>
          </a:blipFill>
        </p:spPr>
        <p:txBody>
          <a:bodyPr tIns="365760" rtlCol="0"/>
          <a:lstStyle>
            <a:lvl1pPr>
              <a:defRPr>
                <a:solidFill>
                  <a:schemeClr val="tx1"/>
                </a:solidFill>
              </a:defRPr>
            </a:lvl1pPr>
          </a:lstStyle>
          <a:p>
            <a:pPr rtl="0">
              <a:defRPr/>
            </a:pPr>
            <a:r>
              <a:rPr lang="fr"/>
              <a:t>    </a:t>
            </a:r>
            <a:endParaRPr/>
          </a:p>
        </p:txBody>
      </p:sp>
      <p:sp>
        <p:nvSpPr>
          <p:cNvPr id="1363004422" name="Titre 4"/>
          <p:cNvSpPr>
            <a:spLocks noGrp="1"/>
          </p:cNvSpPr>
          <p:nvPr>
            <p:ph type="title"/>
          </p:nvPr>
        </p:nvSpPr>
        <p:spPr bwMode="auto">
          <a:xfrm>
            <a:off x="0" y="0"/>
            <a:ext cx="12188952" cy="3429000"/>
          </a:xfrm>
          <a:prstGeom prst="rect">
            <a:avLst/>
          </a:prstGeom>
          <a:gradFill>
            <a:gsLst>
              <a:gs pos="23000">
                <a:srgbClr val="000000">
                  <a:alpha val="0"/>
                </a:srgbClr>
              </a:gs>
              <a:gs pos="55000">
                <a:srgbClr val="000000">
                  <a:alpha val="53000"/>
                </a:srgbClr>
              </a:gs>
              <a:gs pos="87000">
                <a:srgbClr val="000000">
                  <a:alpha val="63922"/>
                </a:srgbClr>
              </a:gs>
            </a:gsLst>
            <a:lin ang="15900000" scaled="0"/>
          </a:gradFill>
        </p:spPr>
        <p:txBody>
          <a:bodyPr lIns="457200" tIns="685800" rIns="5029200" bIns="0" rtlCol="0"/>
          <a:lstStyle>
            <a:lvl1pPr>
              <a:defRPr sz="4000">
                <a:solidFill>
                  <a:schemeClr val="tx1"/>
                </a:solidFill>
              </a:defRPr>
            </a:lvl1pPr>
          </a:lstStyle>
          <a:p>
            <a:pPr rtl="0">
              <a:defRPr/>
            </a:pPr>
            <a:r>
              <a:rPr lang="fr"/>
              <a:t>Modifiez le style du titre</a:t>
            </a:r>
            <a:endParaRPr/>
          </a:p>
        </p:txBody>
      </p:sp>
      <p:sp>
        <p:nvSpPr>
          <p:cNvPr id="1422722795" name="Sous-titre 2"/>
          <p:cNvSpPr>
            <a:spLocks noGrp="1"/>
          </p:cNvSpPr>
          <p:nvPr>
            <p:ph type="subTitle" idx="1"/>
          </p:nvPr>
        </p:nvSpPr>
        <p:spPr bwMode="auto">
          <a:xfrm>
            <a:off x="8324192" y="-1"/>
            <a:ext cx="3740652" cy="3050627"/>
          </a:xfrm>
        </p:spPr>
        <p:txBody>
          <a:bodyPr vert="horz" lIns="594360" tIns="685800" rIns="320040" bIns="0" rtlCol="0" anchor="t">
            <a:normAutofit/>
          </a:bodyPr>
          <a:lstStyle>
            <a:lvl1pPr marL="0" indent="0">
              <a:buNone/>
              <a:defRPr lang="en-US" sz="1400">
                <a:solidFill>
                  <a:schemeClr val="tx1"/>
                </a:solidFill>
              </a:defRPr>
            </a:lvl1pPr>
          </a:lstStyle>
          <a:p>
            <a:pPr lvl="0" rtl="0">
              <a:defRPr/>
            </a:pPr>
            <a:r>
              <a:rPr lang="fr"/>
              <a:t>Modifiez le style des sous-titres du masque</a:t>
            </a:r>
            <a:endParaRPr/>
          </a:p>
        </p:txBody>
      </p:sp>
      <p:sp>
        <p:nvSpPr>
          <p:cNvPr id="69261408" name="Espace réservé du pied de page 7"/>
          <p:cNvSpPr>
            <a:spLocks noGrp="1"/>
          </p:cNvSpPr>
          <p:nvPr>
            <p:ph type="ftr" sz="quarter" idx="15"/>
          </p:nvPr>
        </p:nvSpPr>
        <p:spPr bwMode="auto">
          <a:xfrm>
            <a:off x="419100" y="220344"/>
            <a:ext cx="2552700" cy="365760"/>
          </a:xfrm>
        </p:spPr>
        <p:txBody>
          <a:bodyPr rtlCol="0"/>
          <a:lstStyle>
            <a:lvl1pPr>
              <a:defRPr>
                <a:solidFill>
                  <a:schemeClr val="tx1"/>
                </a:solidFill>
              </a:defRPr>
            </a:lvl1pPr>
          </a:lstStyle>
          <a:p>
            <a:pPr rtl="0">
              <a:defRPr/>
            </a:pPr>
            <a:r>
              <a:rPr lang="fr"/>
              <a:t>Exemple de texte de pied de page</a:t>
            </a:r>
            <a:endParaRPr lang="en-US"/>
          </a:p>
        </p:txBody>
      </p:sp>
      <p:sp>
        <p:nvSpPr>
          <p:cNvPr id="1620322989" name="Espace réservé de la date 6"/>
          <p:cNvSpPr>
            <a:spLocks noGrp="1"/>
          </p:cNvSpPr>
          <p:nvPr>
            <p:ph type="dt" sz="half" idx="14"/>
          </p:nvPr>
        </p:nvSpPr>
        <p:spPr bwMode="auto">
          <a:xfrm>
            <a:off x="8810065" y="219456"/>
            <a:ext cx="1905000" cy="365760"/>
          </a:xfrm>
        </p:spPr>
        <p:txBody>
          <a:bodyPr rtlCol="0"/>
          <a:lstStyle>
            <a:lvl1pPr>
              <a:defRPr>
                <a:solidFill>
                  <a:schemeClr val="tx1"/>
                </a:solidFill>
              </a:defRPr>
            </a:lvl1pPr>
          </a:lstStyle>
          <a:p>
            <a:pPr rtl="0">
              <a:defRPr/>
            </a:pPr>
            <a:r>
              <a:rPr lang="en-US"/>
              <a:t>2/12/2025</a:t>
            </a:r>
            <a:endParaRPr lang="en-US"/>
          </a:p>
        </p:txBody>
      </p:sp>
      <p:sp>
        <p:nvSpPr>
          <p:cNvPr id="696062660" name="Espace réservé du numéro de diapositive 12"/>
          <p:cNvSpPr>
            <a:spLocks noGrp="1"/>
          </p:cNvSpPr>
          <p:nvPr>
            <p:ph type="sldNum" sz="quarter" idx="16"/>
          </p:nvPr>
        </p:nvSpPr>
        <p:spPr bwMode="auto">
          <a:xfrm>
            <a:off x="11288609" y="215987"/>
            <a:ext cx="555948" cy="337198"/>
          </a:xfrm>
        </p:spPr>
        <p:txBody>
          <a:bodyPr rtlCol="0"/>
          <a:lstStyle>
            <a:lvl1pPr>
              <a:defRPr>
                <a:solidFill>
                  <a:schemeClr val="tx1"/>
                </a:solidFill>
              </a:defRPr>
            </a:lvl1pPr>
          </a:lstStyle>
          <a:p>
            <a:pPr rtl="0">
              <a:defRPr/>
            </a:pPr>
            <a:fld id="{5E0677F5-4A8A-4BF1-96BE-3BAE8FBAFE2E}"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Titre avec image 2">
    <p:spTree>
      <p:nvGrpSpPr>
        <p:cNvPr id="1" name=""/>
        <p:cNvGrpSpPr/>
        <p:nvPr/>
      </p:nvGrpSpPr>
      <p:grpSpPr bwMode="auto">
        <a:xfrm>
          <a:off x="0" y="0"/>
          <a:ext cx="0" cy="0"/>
          <a:chOff x="0" y="0"/>
          <a:chExt cx="0" cy="0"/>
        </a:xfrm>
      </p:grpSpPr>
      <p:sp>
        <p:nvSpPr>
          <p:cNvPr id="1013993054" name="Espace réservé d’image 8"/>
          <p:cNvSpPr>
            <a:spLocks noGrp="1"/>
          </p:cNvSpPr>
          <p:nvPr>
            <p:ph type="pic" sz="quarter" idx="13" hasCustomPrompt="1"/>
          </p:nvPr>
        </p:nvSpPr>
        <p:spPr bwMode="auto">
          <a:xfrm>
            <a:off x="0" y="0"/>
            <a:ext cx="12188952" cy="6858000"/>
          </a:xfrm>
          <a:prstGeom prst="rect">
            <a:avLst/>
          </a:prstGeom>
          <a:blipFill rotWithShape="1">
            <a:blip r:embed="rId2">
              <a:alphaModFix amt="70000"/>
            </a:blip>
            <a:stretch/>
          </a:blipFill>
        </p:spPr>
        <p:txBody>
          <a:bodyPr tIns="365760" rtlCol="0"/>
          <a:lstStyle>
            <a:lvl1pPr>
              <a:defRPr>
                <a:solidFill>
                  <a:schemeClr val="tx1"/>
                </a:solidFill>
              </a:defRPr>
            </a:lvl1pPr>
          </a:lstStyle>
          <a:p>
            <a:pPr rtl="0">
              <a:defRPr/>
            </a:pPr>
            <a:r>
              <a:rPr lang="fr"/>
              <a:t>   </a:t>
            </a:r>
            <a:endParaRPr/>
          </a:p>
        </p:txBody>
      </p:sp>
      <p:sp>
        <p:nvSpPr>
          <p:cNvPr id="533349614" name="Titre 4"/>
          <p:cNvSpPr>
            <a:spLocks noGrp="1"/>
          </p:cNvSpPr>
          <p:nvPr>
            <p:ph type="title"/>
          </p:nvPr>
        </p:nvSpPr>
        <p:spPr bwMode="auto">
          <a:xfrm>
            <a:off x="1" y="0"/>
            <a:ext cx="5323784" cy="6858000"/>
          </a:xfrm>
          <a:prstGeom prst="rect">
            <a:avLst/>
          </a:prstGeom>
          <a:gradFill>
            <a:gsLst>
              <a:gs pos="10000">
                <a:srgbClr val="000000">
                  <a:alpha val="0"/>
                </a:srgbClr>
              </a:gs>
              <a:gs pos="41000">
                <a:srgbClr val="000000">
                  <a:alpha val="46000"/>
                </a:srgbClr>
              </a:gs>
              <a:gs pos="71000">
                <a:srgbClr val="000000">
                  <a:alpha val="58000"/>
                </a:srgbClr>
              </a:gs>
              <a:gs pos="100000">
                <a:srgbClr val="000000">
                  <a:alpha val="61000"/>
                </a:srgbClr>
              </a:gs>
            </a:gsLst>
            <a:lin ang="10800000" scaled="0"/>
          </a:gradFill>
        </p:spPr>
        <p:txBody>
          <a:bodyPr lIns="457200" tIns="1371600" rIns="822960" bIns="914400" rtlCol="0" anchor="b"/>
          <a:lstStyle>
            <a:lvl1pPr>
              <a:defRPr sz="4000">
                <a:solidFill>
                  <a:schemeClr val="tx1"/>
                </a:solidFill>
              </a:defRPr>
            </a:lvl1pPr>
          </a:lstStyle>
          <a:p>
            <a:pPr rtl="0">
              <a:defRPr/>
            </a:pPr>
            <a:r>
              <a:rPr lang="fr"/>
              <a:t>Modifiez le style du titre</a:t>
            </a:r>
            <a:endParaRPr/>
          </a:p>
        </p:txBody>
      </p:sp>
      <p:sp>
        <p:nvSpPr>
          <p:cNvPr id="643080069" name="Sous-titre 2"/>
          <p:cNvSpPr>
            <a:spLocks noGrp="1"/>
          </p:cNvSpPr>
          <p:nvPr>
            <p:ph type="subTitle" idx="1"/>
          </p:nvPr>
        </p:nvSpPr>
        <p:spPr bwMode="auto">
          <a:xfrm>
            <a:off x="419099" y="6032498"/>
            <a:ext cx="4419599" cy="579757"/>
          </a:xfrm>
        </p:spPr>
        <p:txBody>
          <a:bodyPr vert="horz" lIns="91440" tIns="0" rIns="91440" bIns="0" rtlCol="0" anchor="t">
            <a:normAutofit/>
          </a:bodyPr>
          <a:lstStyle>
            <a:lvl1pPr marL="0" indent="0">
              <a:lnSpc>
                <a:spcPct val="120000"/>
              </a:lnSpc>
              <a:buNone/>
              <a:defRPr lang="en-US" sz="1400">
                <a:solidFill>
                  <a:schemeClr val="tx1"/>
                </a:solidFill>
              </a:defRPr>
            </a:lvl1pPr>
          </a:lstStyle>
          <a:p>
            <a:pPr lvl="0" rtl="0">
              <a:defRPr/>
            </a:pPr>
            <a:r>
              <a:rPr lang="fr"/>
              <a:t>Modifiez le style des sous-titres du masque</a:t>
            </a:r>
            <a:endParaRPr/>
          </a:p>
        </p:txBody>
      </p:sp>
      <p:sp>
        <p:nvSpPr>
          <p:cNvPr id="1320852284" name="Espace réservé du pied de page 7"/>
          <p:cNvSpPr>
            <a:spLocks noGrp="1"/>
          </p:cNvSpPr>
          <p:nvPr>
            <p:ph type="ftr" sz="quarter" idx="15"/>
          </p:nvPr>
        </p:nvSpPr>
        <p:spPr bwMode="auto">
          <a:xfrm>
            <a:off x="419100" y="220344"/>
            <a:ext cx="2552700" cy="365760"/>
          </a:xfrm>
        </p:spPr>
        <p:txBody>
          <a:bodyPr rtlCol="0"/>
          <a:lstStyle>
            <a:lvl1pPr>
              <a:defRPr>
                <a:solidFill>
                  <a:schemeClr val="tx1"/>
                </a:solidFill>
              </a:defRPr>
            </a:lvl1pPr>
          </a:lstStyle>
          <a:p>
            <a:pPr rtl="0">
              <a:defRPr/>
            </a:pPr>
            <a:r>
              <a:rPr lang="fr"/>
              <a:t>Exemple de texte de pied de page</a:t>
            </a:r>
            <a:endParaRPr/>
          </a:p>
        </p:txBody>
      </p:sp>
      <p:sp>
        <p:nvSpPr>
          <p:cNvPr id="936963443" name="Espace réservé de la date 6"/>
          <p:cNvSpPr>
            <a:spLocks noGrp="1"/>
          </p:cNvSpPr>
          <p:nvPr>
            <p:ph type="dt" sz="half" idx="14"/>
          </p:nvPr>
        </p:nvSpPr>
        <p:spPr bwMode="auto">
          <a:xfrm>
            <a:off x="8801100" y="213072"/>
            <a:ext cx="1905000" cy="365760"/>
          </a:xfrm>
        </p:spPr>
        <p:txBody>
          <a:bodyPr rtlCol="0"/>
          <a:lstStyle>
            <a:lvl1pPr>
              <a:defRPr>
                <a:solidFill>
                  <a:schemeClr val="tx1"/>
                </a:solidFill>
              </a:defRPr>
            </a:lvl1pPr>
          </a:lstStyle>
          <a:p>
            <a:pPr rtl="0">
              <a:defRPr/>
            </a:pPr>
            <a:r>
              <a:rPr lang="en-US"/>
              <a:t>2/12/2025</a:t>
            </a:r>
            <a:endParaRPr lang="en-US"/>
          </a:p>
        </p:txBody>
      </p:sp>
      <p:sp>
        <p:nvSpPr>
          <p:cNvPr id="176762469" name="Espace réservé du numéro de diapositive 12"/>
          <p:cNvSpPr>
            <a:spLocks noGrp="1"/>
          </p:cNvSpPr>
          <p:nvPr>
            <p:ph type="sldNum" sz="quarter" idx="16"/>
          </p:nvPr>
        </p:nvSpPr>
        <p:spPr bwMode="auto">
          <a:xfrm>
            <a:off x="11362195" y="215987"/>
            <a:ext cx="448805" cy="365760"/>
          </a:xfrm>
        </p:spPr>
        <p:txBody>
          <a:bodyPr rtlCol="0"/>
          <a:lstStyle>
            <a:lvl1pPr>
              <a:defRPr>
                <a:solidFill>
                  <a:schemeClr val="tx1"/>
                </a:solidFill>
              </a:defRPr>
            </a:lvl1pPr>
          </a:lstStyle>
          <a:p>
            <a:pPr rtl="0">
              <a:defRPr/>
            </a:pPr>
            <a:fld id="{5E0677F5-4A8A-4BF1-96BE-3BAE8FBAFE2E}"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Titre avec image 3">
    <p:spTree>
      <p:nvGrpSpPr>
        <p:cNvPr id="1" name=""/>
        <p:cNvGrpSpPr/>
        <p:nvPr/>
      </p:nvGrpSpPr>
      <p:grpSpPr bwMode="auto">
        <a:xfrm>
          <a:off x="0" y="0"/>
          <a:ext cx="0" cy="0"/>
          <a:chOff x="0" y="0"/>
          <a:chExt cx="0" cy="0"/>
        </a:xfrm>
      </p:grpSpPr>
      <p:sp>
        <p:nvSpPr>
          <p:cNvPr id="894810876" name="Espace réservé d’image 8"/>
          <p:cNvSpPr>
            <a:spLocks noGrp="1"/>
          </p:cNvSpPr>
          <p:nvPr>
            <p:ph type="pic" sz="quarter" idx="13" hasCustomPrompt="1"/>
          </p:nvPr>
        </p:nvSpPr>
        <p:spPr bwMode="auto">
          <a:xfrm>
            <a:off x="0" y="0"/>
            <a:ext cx="12188952" cy="6858000"/>
          </a:xfrm>
          <a:prstGeom prst="rect">
            <a:avLst/>
          </a:prstGeom>
          <a:blipFill rotWithShape="1">
            <a:blip r:embed="rId2">
              <a:alphaModFix amt="70000"/>
            </a:blip>
            <a:stretch/>
          </a:blipFill>
        </p:spPr>
        <p:txBody>
          <a:bodyPr tIns="365760" rtlCol="0"/>
          <a:lstStyle>
            <a:lvl1pPr>
              <a:defRPr>
                <a:solidFill>
                  <a:schemeClr val="tx1"/>
                </a:solidFill>
              </a:defRPr>
            </a:lvl1pPr>
          </a:lstStyle>
          <a:p>
            <a:pPr rtl="0">
              <a:defRPr/>
            </a:pPr>
            <a:r>
              <a:rPr lang="fr"/>
              <a:t>   </a:t>
            </a:r>
            <a:endParaRPr/>
          </a:p>
        </p:txBody>
      </p:sp>
      <p:sp>
        <p:nvSpPr>
          <p:cNvPr id="1095814032" name="Titre 14"/>
          <p:cNvSpPr>
            <a:spLocks noGrp="1"/>
          </p:cNvSpPr>
          <p:nvPr>
            <p:ph type="title"/>
          </p:nvPr>
        </p:nvSpPr>
        <p:spPr bwMode="auto">
          <a:xfrm>
            <a:off x="0" y="4463843"/>
            <a:ext cx="12188952" cy="2394157"/>
          </a:xfrm>
          <a:prstGeom prst="rect">
            <a:avLst/>
          </a:prstGeom>
          <a:gradFill>
            <a:gsLst>
              <a:gs pos="0">
                <a:srgbClr val="000000">
                  <a:alpha val="0"/>
                </a:srgbClr>
              </a:gs>
              <a:gs pos="31000">
                <a:srgbClr val="000000">
                  <a:alpha val="30000"/>
                </a:srgbClr>
              </a:gs>
              <a:gs pos="87000">
                <a:srgbClr val="000000">
                  <a:alpha val="60000"/>
                </a:srgbClr>
              </a:gs>
            </a:gsLst>
            <a:lin ang="5400000" scaled="0"/>
          </a:gradFill>
        </p:spPr>
        <p:txBody>
          <a:bodyPr lIns="502920" tIns="0" rIns="5029200" bIns="365760" rtlCol="0" anchor="b"/>
          <a:lstStyle>
            <a:lvl1pPr>
              <a:defRPr sz="4000">
                <a:solidFill>
                  <a:schemeClr val="tx1"/>
                </a:solidFill>
              </a:defRPr>
            </a:lvl1pPr>
          </a:lstStyle>
          <a:p>
            <a:pPr rtl="0">
              <a:defRPr/>
            </a:pPr>
            <a:r>
              <a:rPr lang="fr"/>
              <a:t>Modifiez le style du titre</a:t>
            </a:r>
            <a:endParaRPr/>
          </a:p>
        </p:txBody>
      </p:sp>
      <p:sp>
        <p:nvSpPr>
          <p:cNvPr id="895925635" name="Sous-titre 2"/>
          <p:cNvSpPr>
            <a:spLocks noGrp="1"/>
          </p:cNvSpPr>
          <p:nvPr>
            <p:ph type="subTitle" idx="1"/>
          </p:nvPr>
        </p:nvSpPr>
        <p:spPr bwMode="auto">
          <a:xfrm>
            <a:off x="8801099" y="4463843"/>
            <a:ext cx="3387853" cy="2394157"/>
          </a:xfrm>
        </p:spPr>
        <p:txBody>
          <a:bodyPr vert="horz" lIns="137160" tIns="365760" rIns="0" bIns="457200" rtlCol="0" anchor="b">
            <a:normAutofit/>
          </a:bodyPr>
          <a:lstStyle>
            <a:lvl1pPr marL="0" indent="0">
              <a:buNone/>
              <a:defRPr lang="en-US" sz="1400">
                <a:solidFill>
                  <a:schemeClr val="tx1"/>
                </a:solidFill>
              </a:defRPr>
            </a:lvl1pPr>
          </a:lstStyle>
          <a:p>
            <a:pPr lvl="0" rtl="0">
              <a:defRPr/>
            </a:pPr>
            <a:r>
              <a:rPr lang="fr"/>
              <a:t>Modifiez le style des sous-titres du masque</a:t>
            </a:r>
            <a:endParaRPr/>
          </a:p>
        </p:txBody>
      </p:sp>
      <p:sp>
        <p:nvSpPr>
          <p:cNvPr id="1891884034" name="Espace réservé du pied de page 7"/>
          <p:cNvSpPr>
            <a:spLocks noGrp="1"/>
          </p:cNvSpPr>
          <p:nvPr>
            <p:ph type="ftr" sz="quarter" idx="15"/>
          </p:nvPr>
        </p:nvSpPr>
        <p:spPr bwMode="auto">
          <a:xfrm>
            <a:off x="437656" y="219456"/>
            <a:ext cx="2740616" cy="365760"/>
          </a:xfrm>
        </p:spPr>
        <p:txBody>
          <a:bodyPr rtlCol="0"/>
          <a:lstStyle>
            <a:lvl1pPr>
              <a:defRPr>
                <a:solidFill>
                  <a:schemeClr val="tx1"/>
                </a:solidFill>
              </a:defRPr>
            </a:lvl1pPr>
          </a:lstStyle>
          <a:p>
            <a:pPr rtl="0">
              <a:defRPr/>
            </a:pPr>
            <a:r>
              <a:rPr lang="fr"/>
              <a:t>Exemple de Texte de Pied de page</a:t>
            </a:r>
            <a:endParaRPr/>
          </a:p>
        </p:txBody>
      </p:sp>
      <p:sp>
        <p:nvSpPr>
          <p:cNvPr id="986111605" name="Espace réservé de la date 6"/>
          <p:cNvSpPr>
            <a:spLocks noGrp="1"/>
          </p:cNvSpPr>
          <p:nvPr>
            <p:ph type="dt" sz="half" idx="14"/>
          </p:nvPr>
        </p:nvSpPr>
        <p:spPr bwMode="auto">
          <a:xfrm>
            <a:off x="8866095" y="219456"/>
            <a:ext cx="1957990" cy="365760"/>
          </a:xfrm>
        </p:spPr>
        <p:txBody>
          <a:bodyPr rtlCol="0"/>
          <a:lstStyle>
            <a:lvl1pPr>
              <a:defRPr>
                <a:solidFill>
                  <a:schemeClr val="tx1"/>
                </a:solidFill>
              </a:defRPr>
            </a:lvl1pPr>
          </a:lstStyle>
          <a:p>
            <a:pPr rtl="0">
              <a:defRPr/>
            </a:pPr>
            <a:r>
              <a:rPr lang="en-US"/>
              <a:t>2/12/2025</a:t>
            </a:r>
            <a:endParaRPr lang="en-US"/>
          </a:p>
        </p:txBody>
      </p:sp>
      <p:sp>
        <p:nvSpPr>
          <p:cNvPr id="1893684357" name="Espace réservé du numéro de diapositive 12"/>
          <p:cNvSpPr>
            <a:spLocks noGrp="1"/>
          </p:cNvSpPr>
          <p:nvPr>
            <p:ph type="sldNum" sz="quarter" idx="16"/>
          </p:nvPr>
        </p:nvSpPr>
        <p:spPr bwMode="auto">
          <a:xfrm>
            <a:off x="11362195" y="219456"/>
            <a:ext cx="448805" cy="365760"/>
          </a:xfrm>
        </p:spPr>
        <p:txBody>
          <a:bodyPr rtlCol="0"/>
          <a:lstStyle>
            <a:lvl1pPr>
              <a:defRPr>
                <a:solidFill>
                  <a:schemeClr val="tx1"/>
                </a:solidFill>
              </a:defRPr>
            </a:lvl1pPr>
          </a:lstStyle>
          <a:p>
            <a:pPr rtl="0">
              <a:defRPr/>
            </a:pPr>
            <a:fld id="{5E0677F5-4A8A-4BF1-96BE-3BAE8FBAFE2E}"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avec image 4">
    <p:spTree>
      <p:nvGrpSpPr>
        <p:cNvPr id="1" name=""/>
        <p:cNvGrpSpPr/>
        <p:nvPr/>
      </p:nvGrpSpPr>
      <p:grpSpPr bwMode="auto">
        <a:xfrm>
          <a:off x="0" y="0"/>
          <a:ext cx="0" cy="0"/>
          <a:chOff x="0" y="0"/>
          <a:chExt cx="0" cy="0"/>
        </a:xfrm>
      </p:grpSpPr>
      <p:sp>
        <p:nvSpPr>
          <p:cNvPr id="49687482" name="Titre 1"/>
          <p:cNvSpPr>
            <a:spLocks noGrp="1"/>
          </p:cNvSpPr>
          <p:nvPr>
            <p:ph type="ctrTitle"/>
          </p:nvPr>
        </p:nvSpPr>
        <p:spPr bwMode="auto">
          <a:xfrm>
            <a:off x="424643" y="1114447"/>
            <a:ext cx="5442757" cy="2921525"/>
          </a:xfrm>
        </p:spPr>
        <p:txBody>
          <a:bodyPr vert="horz" lIns="91440" tIns="45720" rIns="91440" bIns="45720" rtlCol="0" anchor="t">
            <a:normAutofit/>
          </a:bodyPr>
          <a:lstStyle>
            <a:lvl1pPr>
              <a:defRPr lang="en-US" sz="6000">
                <a:solidFill>
                  <a:schemeClr val="tx2"/>
                </a:solidFill>
              </a:defRPr>
            </a:lvl1pPr>
          </a:lstStyle>
          <a:p>
            <a:pPr lvl="0" rtl="0">
              <a:defRPr/>
            </a:pPr>
            <a:r>
              <a:rPr lang="fr"/>
              <a:t>Modifiez le style du titre</a:t>
            </a:r>
            <a:endParaRPr/>
          </a:p>
        </p:txBody>
      </p:sp>
      <p:sp>
        <p:nvSpPr>
          <p:cNvPr id="706013270" name="Sous-titre 2"/>
          <p:cNvSpPr>
            <a:spLocks noGrp="1"/>
          </p:cNvSpPr>
          <p:nvPr>
            <p:ph type="subTitle" idx="1"/>
          </p:nvPr>
        </p:nvSpPr>
        <p:spPr bwMode="auto">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rtl="0">
              <a:defRPr/>
            </a:pPr>
            <a:r>
              <a:rPr lang="fr"/>
              <a:t>Modifiez le style des sous-titres du masque</a:t>
            </a:r>
            <a:endParaRPr/>
          </a:p>
        </p:txBody>
      </p:sp>
      <p:sp>
        <p:nvSpPr>
          <p:cNvPr id="435306491" name="Espace réservé du pied de page 4"/>
          <p:cNvSpPr>
            <a:spLocks noGrp="1"/>
          </p:cNvSpPr>
          <p:nvPr>
            <p:ph type="ftr" sz="quarter" idx="11"/>
          </p:nvPr>
        </p:nvSpPr>
        <p:spPr bwMode="auto">
          <a:xfrm>
            <a:off x="442605" y="215057"/>
            <a:ext cx="2703777" cy="338328"/>
          </a:xfrm>
        </p:spPr>
        <p:txBody>
          <a:bodyPr rtlCol="0"/>
          <a:lstStyle>
            <a:lvl1pPr>
              <a:defRPr>
                <a:solidFill>
                  <a:schemeClr val="tx2"/>
                </a:solidFill>
              </a:defRPr>
            </a:lvl1pPr>
          </a:lstStyle>
          <a:p>
            <a:pPr rtl="0">
              <a:defRPr/>
            </a:pPr>
            <a:r>
              <a:rPr lang="fr"/>
              <a:t>Exemple de Texte de Pied de page</a:t>
            </a:r>
            <a:endParaRPr/>
          </a:p>
        </p:txBody>
      </p:sp>
      <p:sp>
        <p:nvSpPr>
          <p:cNvPr id="1845793831" name="Espace réservé de la date 3"/>
          <p:cNvSpPr>
            <a:spLocks noGrp="1"/>
          </p:cNvSpPr>
          <p:nvPr>
            <p:ph type="dt" sz="half" idx="10"/>
          </p:nvPr>
        </p:nvSpPr>
        <p:spPr bwMode="auto">
          <a:xfrm>
            <a:off x="7775989" y="215057"/>
            <a:ext cx="1537060" cy="338328"/>
          </a:xfrm>
        </p:spPr>
        <p:txBody>
          <a:bodyPr rtlCol="0"/>
          <a:lstStyle>
            <a:lvl1pPr>
              <a:defRPr>
                <a:solidFill>
                  <a:schemeClr val="tx2"/>
                </a:solidFill>
              </a:defRPr>
            </a:lvl1pPr>
          </a:lstStyle>
          <a:p>
            <a:pPr rtl="0">
              <a:defRPr/>
            </a:pPr>
            <a:r>
              <a:rPr lang="en-US"/>
              <a:t>2/12/2025</a:t>
            </a:r>
            <a:endParaRPr lang="en-US"/>
          </a:p>
        </p:txBody>
      </p:sp>
      <p:sp>
        <p:nvSpPr>
          <p:cNvPr id="1849193953" name="Espace réservé du numéro de diapositive 5"/>
          <p:cNvSpPr>
            <a:spLocks noGrp="1"/>
          </p:cNvSpPr>
          <p:nvPr>
            <p:ph type="sldNum" sz="quarter" idx="12"/>
          </p:nvPr>
        </p:nvSpPr>
        <p:spPr bwMode="auto">
          <a:xfrm>
            <a:off x="11301909" y="215057"/>
            <a:ext cx="540412" cy="338328"/>
          </a:xfrm>
        </p:spPr>
        <p:txBody>
          <a:bodyPr rtlCol="0"/>
          <a:lstStyle>
            <a:lvl1pPr>
              <a:defRPr>
                <a:solidFill>
                  <a:schemeClr val="tx2"/>
                </a:solidFill>
              </a:defRPr>
            </a:lvl1pPr>
          </a:lstStyle>
          <a:p>
            <a:pPr rtl="0">
              <a:defRPr/>
            </a:pPr>
            <a:fld id="{8E274F5D-21DC-40EF-8DBA-AB9BB119E939}" type="slidenum">
              <a:rPr lang="en-US"/>
              <a:t>‹#›</a:t>
            </a:fld>
            <a:endParaRPr lang="en-US"/>
          </a:p>
        </p:txBody>
      </p:sp>
      <p:sp>
        <p:nvSpPr>
          <p:cNvPr id="1735104097" name="Espace réservé d’image 6"/>
          <p:cNvSpPr>
            <a:spLocks noGrp="1"/>
          </p:cNvSpPr>
          <p:nvPr>
            <p:ph type="pic" sz="quarter" idx="13" hasCustomPrompt="1"/>
          </p:nvPr>
        </p:nvSpPr>
        <p:spPr bwMode="auto">
          <a:xfrm>
            <a:off x="7783830" y="1181099"/>
            <a:ext cx="4408170" cy="5701208"/>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avec image 5">
    <p:spTree>
      <p:nvGrpSpPr>
        <p:cNvPr id="1" name=""/>
        <p:cNvGrpSpPr/>
        <p:nvPr/>
      </p:nvGrpSpPr>
      <p:grpSpPr bwMode="auto">
        <a:xfrm>
          <a:off x="0" y="0"/>
          <a:ext cx="0" cy="0"/>
          <a:chOff x="0" y="0"/>
          <a:chExt cx="0" cy="0"/>
        </a:xfrm>
      </p:grpSpPr>
      <p:sp>
        <p:nvSpPr>
          <p:cNvPr id="1182978511" name="Titre 1"/>
          <p:cNvSpPr>
            <a:spLocks noGrp="1"/>
          </p:cNvSpPr>
          <p:nvPr>
            <p:ph type="ctrTitle"/>
          </p:nvPr>
        </p:nvSpPr>
        <p:spPr bwMode="auto">
          <a:xfrm>
            <a:off x="8812872" y="1115568"/>
            <a:ext cx="2960028" cy="3684766"/>
          </a:xfrm>
        </p:spPr>
        <p:txBody>
          <a:bodyPr vert="horz" lIns="91440" tIns="45720" rIns="91440" bIns="45720" rtlCol="0" anchor="t">
            <a:normAutofit/>
          </a:bodyPr>
          <a:lstStyle>
            <a:lvl1pPr>
              <a:defRPr lang="en-US" sz="3600">
                <a:solidFill>
                  <a:schemeClr val="tx2"/>
                </a:solidFill>
              </a:defRPr>
            </a:lvl1pPr>
          </a:lstStyle>
          <a:p>
            <a:pPr lvl="0" rtl="0">
              <a:defRPr/>
            </a:pPr>
            <a:r>
              <a:rPr lang="fr"/>
              <a:t>Modifiez le style du titre</a:t>
            </a:r>
            <a:endParaRPr/>
          </a:p>
        </p:txBody>
      </p:sp>
      <p:sp>
        <p:nvSpPr>
          <p:cNvPr id="340214748" name="Sous-titre 2"/>
          <p:cNvSpPr>
            <a:spLocks noGrp="1"/>
          </p:cNvSpPr>
          <p:nvPr>
            <p:ph type="subTitle" idx="1"/>
          </p:nvPr>
        </p:nvSpPr>
        <p:spPr bwMode="auto">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rtl="0">
              <a:defRPr/>
            </a:pPr>
            <a:r>
              <a:rPr lang="fr"/>
              <a:t>Modifiez le style des sous-titres du masque</a:t>
            </a:r>
            <a:endParaRPr/>
          </a:p>
        </p:txBody>
      </p:sp>
      <p:sp>
        <p:nvSpPr>
          <p:cNvPr id="819172689" name="Espace réservé du pied de page 4"/>
          <p:cNvSpPr>
            <a:spLocks noGrp="1"/>
          </p:cNvSpPr>
          <p:nvPr>
            <p:ph type="ftr" sz="quarter" idx="11"/>
          </p:nvPr>
        </p:nvSpPr>
        <p:spPr bwMode="auto">
          <a:xfrm>
            <a:off x="419100" y="219456"/>
            <a:ext cx="2597858" cy="338328"/>
          </a:xfrm>
        </p:spPr>
        <p:txBody>
          <a:bodyPr rtlCol="0"/>
          <a:lstStyle>
            <a:lvl1pPr>
              <a:defRPr>
                <a:solidFill>
                  <a:schemeClr val="tx2"/>
                </a:solidFill>
              </a:defRPr>
            </a:lvl1pPr>
          </a:lstStyle>
          <a:p>
            <a:pPr rtl="0">
              <a:defRPr/>
            </a:pPr>
            <a:r>
              <a:rPr lang="fr"/>
              <a:t>Exemple de Texte de Pied de page</a:t>
            </a:r>
            <a:endParaRPr/>
          </a:p>
        </p:txBody>
      </p:sp>
      <p:sp>
        <p:nvSpPr>
          <p:cNvPr id="1365879179" name="Espace réservé de la date 3"/>
          <p:cNvSpPr>
            <a:spLocks noGrp="1"/>
          </p:cNvSpPr>
          <p:nvPr>
            <p:ph type="dt" sz="half" idx="10"/>
          </p:nvPr>
        </p:nvSpPr>
        <p:spPr bwMode="auto">
          <a:xfrm>
            <a:off x="8812872" y="219456"/>
            <a:ext cx="1550328" cy="338328"/>
          </a:xfrm>
        </p:spPr>
        <p:txBody>
          <a:bodyPr rtlCol="0"/>
          <a:lstStyle>
            <a:lvl1pPr>
              <a:defRPr>
                <a:solidFill>
                  <a:schemeClr val="tx2"/>
                </a:solidFill>
              </a:defRPr>
            </a:lvl1pPr>
          </a:lstStyle>
          <a:p>
            <a:pPr rtl="0">
              <a:defRPr/>
            </a:pPr>
            <a:r>
              <a:rPr lang="en-US"/>
              <a:t>2/12/2025</a:t>
            </a:r>
            <a:endParaRPr/>
          </a:p>
        </p:txBody>
      </p:sp>
      <p:sp>
        <p:nvSpPr>
          <p:cNvPr id="175108106" name="Espace réservé du numéro de diapositive 5"/>
          <p:cNvSpPr>
            <a:spLocks noGrp="1"/>
          </p:cNvSpPr>
          <p:nvPr>
            <p:ph type="sldNum" sz="quarter" idx="12"/>
          </p:nvPr>
        </p:nvSpPr>
        <p:spPr bwMode="auto">
          <a:xfrm>
            <a:off x="11313129" y="219456"/>
            <a:ext cx="539588" cy="338328"/>
          </a:xfrm>
        </p:spPr>
        <p:txBody>
          <a:bodyPr rtlCol="0"/>
          <a:lstStyle>
            <a:lvl1pPr>
              <a:defRPr>
                <a:solidFill>
                  <a:schemeClr val="tx2"/>
                </a:solidFill>
              </a:defRPr>
            </a:lvl1pPr>
          </a:lstStyle>
          <a:p>
            <a:pPr rtl="0">
              <a:defRPr/>
            </a:pPr>
            <a:fld id="{8E274F5D-21DC-40EF-8DBA-AB9BB119E939}" type="slidenum">
              <a:rPr lang="en-US"/>
              <a:t>‹#›</a:t>
            </a:fld>
            <a:endParaRPr lang="en-US"/>
          </a:p>
        </p:txBody>
      </p:sp>
      <p:sp>
        <p:nvSpPr>
          <p:cNvPr id="1022662588" name="Espace réservé d’image 7"/>
          <p:cNvSpPr>
            <a:spLocks noGrp="1"/>
          </p:cNvSpPr>
          <p:nvPr>
            <p:ph type="pic" sz="quarter" idx="13" hasCustomPrompt="1"/>
          </p:nvPr>
        </p:nvSpPr>
        <p:spPr bwMode="auto">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fill="norm" stroke="1" extrusionOk="0">
                <a:moveTo>
                  <a:pt x="0" y="0"/>
                </a:moveTo>
                <a:lnTo>
                  <a:pt x="6769976" y="0"/>
                </a:lnTo>
                <a:lnTo>
                  <a:pt x="6769976" y="5895164"/>
                </a:lnTo>
                <a:lnTo>
                  <a:pt x="0" y="5895164"/>
                </a:lnTo>
                <a:close/>
              </a:path>
            </a:pathLst>
          </a:custGeom>
          <a:blipFill rotWithShape="1">
            <a:blip r:embed="rId2">
              <a:alphaModFix amt="70000"/>
            </a:blip>
            <a:stretch/>
          </a:blipFill>
        </p:spPr>
        <p:txBody>
          <a:bodyPr wrap="square" rtlCol="0">
            <a:noAutofit/>
          </a:bodyPr>
          <a:lstStyle>
            <a:lvl1pPr marL="0" indent="0">
              <a:buNone/>
              <a:defRPr/>
            </a:lvl1pPr>
          </a:lstStyle>
          <a:p>
            <a:pPr rtl="0">
              <a:defRPr/>
            </a:pPr>
            <a:r>
              <a:rPr lang="fr"/>
              <a: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avec image 6">
    <p:spTree>
      <p:nvGrpSpPr>
        <p:cNvPr id="1" name=""/>
        <p:cNvGrpSpPr/>
        <p:nvPr/>
      </p:nvGrpSpPr>
      <p:grpSpPr bwMode="auto">
        <a:xfrm>
          <a:off x="0" y="0"/>
          <a:ext cx="0" cy="0"/>
          <a:chOff x="0" y="0"/>
          <a:chExt cx="0" cy="0"/>
        </a:xfrm>
      </p:grpSpPr>
      <p:sp>
        <p:nvSpPr>
          <p:cNvPr id="605160080" name="Titre 1"/>
          <p:cNvSpPr>
            <a:spLocks noGrp="1"/>
          </p:cNvSpPr>
          <p:nvPr>
            <p:ph type="ctrTitle"/>
          </p:nvPr>
        </p:nvSpPr>
        <p:spPr bwMode="auto">
          <a:xfrm>
            <a:off x="1776902" y="4822407"/>
            <a:ext cx="6925432" cy="1351342"/>
          </a:xfrm>
        </p:spPr>
        <p:txBody>
          <a:bodyPr vert="horz" lIns="91440" tIns="45720" rIns="91440" bIns="45720" rtlCol="0" anchor="t">
            <a:normAutofit/>
          </a:bodyPr>
          <a:lstStyle>
            <a:lvl1pPr>
              <a:defRPr lang="en-US" sz="4300">
                <a:solidFill>
                  <a:schemeClr val="tx2"/>
                </a:solidFill>
              </a:defRPr>
            </a:lvl1pPr>
          </a:lstStyle>
          <a:p>
            <a:pPr lvl="0" rtl="0">
              <a:defRPr/>
            </a:pPr>
            <a:r>
              <a:rPr lang="fr"/>
              <a:t>Modifiez le style du titre</a:t>
            </a:r>
            <a:endParaRPr/>
          </a:p>
        </p:txBody>
      </p:sp>
      <p:sp>
        <p:nvSpPr>
          <p:cNvPr id="670223146" name="Sous-titre 2"/>
          <p:cNvSpPr>
            <a:spLocks noGrp="1"/>
          </p:cNvSpPr>
          <p:nvPr>
            <p:ph type="subTitle" idx="1"/>
          </p:nvPr>
        </p:nvSpPr>
        <p:spPr bwMode="auto">
          <a:xfrm>
            <a:off x="9235224" y="4822406"/>
            <a:ext cx="2724238" cy="1351342"/>
          </a:xfrm>
        </p:spPr>
        <p:txBody>
          <a:bodyPr vert="horz" lIns="91440" tIns="45720" rIns="91440" bIns="45720" rtlCol="0" anchor="t">
            <a:normAutofit/>
          </a:bodyPr>
          <a:lstStyle>
            <a:lvl1pPr marL="0" indent="0">
              <a:buNone/>
              <a:defRPr lang="en-US" sz="1400">
                <a:solidFill>
                  <a:schemeClr val="tx2"/>
                </a:solidFill>
              </a:defRPr>
            </a:lvl1pPr>
          </a:lstStyle>
          <a:p>
            <a:pPr lvl="0" rtl="0">
              <a:defRPr/>
            </a:pPr>
            <a:r>
              <a:rPr lang="fr"/>
              <a:t>Modifiez le style des sous-titres du masque</a:t>
            </a:r>
            <a:endParaRPr/>
          </a:p>
        </p:txBody>
      </p:sp>
      <p:sp>
        <p:nvSpPr>
          <p:cNvPr id="853302758" name="Espace réservé d’image 6"/>
          <p:cNvSpPr>
            <a:spLocks noGrp="1"/>
          </p:cNvSpPr>
          <p:nvPr>
            <p:ph type="pic" sz="quarter" idx="13" hasCustomPrompt="1"/>
          </p:nvPr>
        </p:nvSpPr>
        <p:spPr bwMode="auto">
          <a:xfrm>
            <a:off x="1866900" y="0"/>
            <a:ext cx="10325100" cy="4653649"/>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1370219343" name="Espace réservé du pied de page 4"/>
          <p:cNvSpPr>
            <a:spLocks noGrp="1"/>
          </p:cNvSpPr>
          <p:nvPr>
            <p:ph type="ftr" sz="quarter" idx="11"/>
          </p:nvPr>
        </p:nvSpPr>
        <p:spPr bwMode="auto">
          <a:xfrm>
            <a:off x="1776902" y="6447496"/>
            <a:ext cx="2140360" cy="338328"/>
          </a:xfrm>
        </p:spPr>
        <p:txBody>
          <a:bodyPr rtlCol="0"/>
          <a:lstStyle>
            <a:lvl1pPr>
              <a:defRPr>
                <a:solidFill>
                  <a:schemeClr val="tx2"/>
                </a:solidFill>
              </a:defRPr>
            </a:lvl1pPr>
          </a:lstStyle>
          <a:p>
            <a:pPr rtl="0">
              <a:defRPr/>
            </a:pPr>
            <a:r>
              <a:rPr lang="fr"/>
              <a:t>Exemple de Texte de Pied de page</a:t>
            </a:r>
            <a:endParaRPr/>
          </a:p>
        </p:txBody>
      </p:sp>
      <p:sp>
        <p:nvSpPr>
          <p:cNvPr id="1170852330" name="Espace réservé de la date 3"/>
          <p:cNvSpPr>
            <a:spLocks noGrp="1"/>
          </p:cNvSpPr>
          <p:nvPr>
            <p:ph type="dt" sz="half" idx="10"/>
          </p:nvPr>
        </p:nvSpPr>
        <p:spPr bwMode="auto">
          <a:xfrm>
            <a:off x="9235224" y="6451888"/>
            <a:ext cx="1581238" cy="338328"/>
          </a:xfrm>
        </p:spPr>
        <p:txBody>
          <a:bodyPr rtlCol="0"/>
          <a:lstStyle>
            <a:lvl1pPr algn="l">
              <a:defRPr>
                <a:solidFill>
                  <a:schemeClr val="tx2"/>
                </a:solidFill>
              </a:defRPr>
            </a:lvl1pPr>
          </a:lstStyle>
          <a:p>
            <a:pPr rtl="0">
              <a:defRPr/>
            </a:pPr>
            <a:r>
              <a:rPr lang="en-US"/>
              <a:t>2/12/2025</a:t>
            </a:r>
            <a:endParaRPr/>
          </a:p>
        </p:txBody>
      </p:sp>
      <p:sp>
        <p:nvSpPr>
          <p:cNvPr id="1951454942" name="Espace réservé du numéro de diapositive 5"/>
          <p:cNvSpPr>
            <a:spLocks noGrp="1"/>
          </p:cNvSpPr>
          <p:nvPr>
            <p:ph type="sldNum" sz="quarter" idx="12"/>
          </p:nvPr>
        </p:nvSpPr>
        <p:spPr bwMode="auto">
          <a:xfrm>
            <a:off x="11480357" y="6451888"/>
            <a:ext cx="457200" cy="338328"/>
          </a:xfrm>
        </p:spPr>
        <p:txBody>
          <a:bodyPr rtlCol="0"/>
          <a:lstStyle>
            <a:lvl1pPr>
              <a:defRPr>
                <a:solidFill>
                  <a:schemeClr val="tx2"/>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n-tête de section">
    <p:spTree>
      <p:nvGrpSpPr>
        <p:cNvPr id="1" name=""/>
        <p:cNvGrpSpPr/>
        <p:nvPr/>
      </p:nvGrpSpPr>
      <p:grpSpPr bwMode="auto">
        <a:xfrm>
          <a:off x="0" y="0"/>
          <a:ext cx="0" cy="0"/>
          <a:chOff x="0" y="0"/>
          <a:chExt cx="0" cy="0"/>
        </a:xfrm>
      </p:grpSpPr>
      <p:pic>
        <p:nvPicPr>
          <p:cNvPr id="1574514150" name="Image 9" descr="Gros plan d’un arrière-plan coloré&#10;&#10;Le contenu généré par l’IA peut être incorrect."/>
          <p:cNvPicPr>
            <a:picLocks noChangeAspect="1"/>
          </p:cNvPicPr>
          <p:nvPr userDrawn="1"/>
        </p:nvPicPr>
        <p:blipFill rotWithShape="1">
          <a:blip r:embed="rId2"/>
          <a:stretch/>
        </p:blipFill>
        <p:spPr bwMode="auto">
          <a:xfrm>
            <a:off x="0" y="1"/>
            <a:ext cx="12181172" cy="6858000"/>
          </a:xfrm>
          <a:prstGeom prst="rect">
            <a:avLst/>
          </a:prstGeom>
        </p:spPr>
      </p:pic>
      <p:sp>
        <p:nvSpPr>
          <p:cNvPr id="1086339016" name="Titre 1"/>
          <p:cNvSpPr>
            <a:spLocks noGrp="1"/>
          </p:cNvSpPr>
          <p:nvPr>
            <p:ph type="title" hasCustomPrompt="1"/>
          </p:nvPr>
        </p:nvSpPr>
        <p:spPr bwMode="auto">
          <a:xfrm>
            <a:off x="409980" y="4311805"/>
            <a:ext cx="8585337" cy="2368300"/>
          </a:xfrm>
        </p:spPr>
        <p:txBody>
          <a:bodyPr rtlCol="0" anchor="b">
            <a:normAutofit/>
          </a:bodyPr>
          <a:lstStyle>
            <a:lvl1pPr>
              <a:defRPr sz="6900">
                <a:solidFill>
                  <a:schemeClr val="tx1"/>
                </a:solidFill>
              </a:defRPr>
            </a:lvl1pPr>
          </a:lstStyle>
          <a:p>
            <a:pPr rtl="0">
              <a:defRPr/>
            </a:pPr>
            <a:r>
              <a:rPr lang="fr"/>
              <a:t>En-tête de section</a:t>
            </a:r>
            <a:endParaRPr/>
          </a:p>
        </p:txBody>
      </p:sp>
      <p:sp>
        <p:nvSpPr>
          <p:cNvPr id="372361741" name="Espace réservé du pied de page 4"/>
          <p:cNvSpPr>
            <a:spLocks noGrp="1"/>
          </p:cNvSpPr>
          <p:nvPr>
            <p:ph type="ftr" sz="quarter" idx="11"/>
          </p:nvPr>
        </p:nvSpPr>
        <p:spPr bwMode="auto">
          <a:xfrm>
            <a:off x="419100" y="219456"/>
            <a:ext cx="2656178" cy="338328"/>
          </a:xfrm>
        </p:spPr>
        <p:txBody>
          <a:bodyPr rtlCol="0"/>
          <a:lstStyle>
            <a:lvl1pPr>
              <a:defRPr>
                <a:solidFill>
                  <a:schemeClr val="tx1"/>
                </a:solidFill>
              </a:defRPr>
            </a:lvl1pPr>
          </a:lstStyle>
          <a:p>
            <a:pPr rtl="0">
              <a:defRPr/>
            </a:pPr>
            <a:r>
              <a:rPr lang="fr"/>
              <a:t>Exemple de Texte de Pied de page</a:t>
            </a:r>
            <a:endParaRPr/>
          </a:p>
        </p:txBody>
      </p:sp>
      <p:sp>
        <p:nvSpPr>
          <p:cNvPr id="1850246993" name="Espace réservé de la date 3"/>
          <p:cNvSpPr>
            <a:spLocks noGrp="1"/>
          </p:cNvSpPr>
          <p:nvPr>
            <p:ph type="dt" sz="half" idx="10"/>
          </p:nvPr>
        </p:nvSpPr>
        <p:spPr bwMode="auto">
          <a:xfrm>
            <a:off x="8801100" y="219456"/>
            <a:ext cx="1913256" cy="338328"/>
          </a:xfrm>
        </p:spPr>
        <p:txBody>
          <a:bodyPr rtlCol="0"/>
          <a:lstStyle>
            <a:lvl1pPr>
              <a:defRPr>
                <a:solidFill>
                  <a:schemeClr val="tx1"/>
                </a:solidFill>
              </a:defRPr>
            </a:lvl1pPr>
          </a:lstStyle>
          <a:p>
            <a:pPr rtl="0">
              <a:defRPr/>
            </a:pPr>
            <a:r>
              <a:rPr lang="en-US"/>
              <a:t>2/12/2025</a:t>
            </a:r>
            <a:endParaRPr lang="en-US"/>
          </a:p>
        </p:txBody>
      </p:sp>
      <p:sp>
        <p:nvSpPr>
          <p:cNvPr id="2031501520" name="Espace réservé du numéro de diapositive 5"/>
          <p:cNvSpPr>
            <a:spLocks noGrp="1"/>
          </p:cNvSpPr>
          <p:nvPr>
            <p:ph type="sldNum" sz="quarter" idx="12"/>
          </p:nvPr>
        </p:nvSpPr>
        <p:spPr bwMode="auto">
          <a:xfrm>
            <a:off x="11291658" y="219456"/>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n-tête de section 2">
    <p:spTree>
      <p:nvGrpSpPr>
        <p:cNvPr id="1" name=""/>
        <p:cNvGrpSpPr/>
        <p:nvPr/>
      </p:nvGrpSpPr>
      <p:grpSpPr bwMode="auto">
        <a:xfrm>
          <a:off x="0" y="0"/>
          <a:ext cx="0" cy="0"/>
          <a:chOff x="0" y="0"/>
          <a:chExt cx="0" cy="0"/>
        </a:xfrm>
      </p:grpSpPr>
      <p:pic>
        <p:nvPicPr>
          <p:cNvPr id="376201892" name="Image 6" descr="Gros plan d’une lumière rose et violette&#10;&#10;Le contenu généré par l’IA peut être incorrect."/>
          <p:cNvPicPr>
            <a:picLocks noChangeAspect="1"/>
          </p:cNvPicPr>
          <p:nvPr userDrawn="1"/>
        </p:nvPicPr>
        <p:blipFill rotWithShape="1">
          <a:blip r:embed="rId2"/>
          <a:stretch/>
        </p:blipFill>
        <p:spPr bwMode="auto">
          <a:xfrm>
            <a:off x="0" y="1"/>
            <a:ext cx="12192000" cy="6858000"/>
          </a:xfrm>
          <a:prstGeom prst="rect">
            <a:avLst/>
          </a:prstGeom>
        </p:spPr>
      </p:pic>
      <p:sp>
        <p:nvSpPr>
          <p:cNvPr id="301747610" name="Titre 1"/>
          <p:cNvSpPr>
            <a:spLocks noGrp="1"/>
          </p:cNvSpPr>
          <p:nvPr>
            <p:ph type="title" hasCustomPrompt="1"/>
          </p:nvPr>
        </p:nvSpPr>
        <p:spPr bwMode="auto">
          <a:xfrm>
            <a:off x="409980" y="4311805"/>
            <a:ext cx="8585337" cy="2368300"/>
          </a:xfrm>
        </p:spPr>
        <p:txBody>
          <a:bodyPr rtlCol="0" anchor="b">
            <a:normAutofit/>
          </a:bodyPr>
          <a:lstStyle>
            <a:lvl1pPr>
              <a:defRPr sz="6900">
                <a:solidFill>
                  <a:schemeClr val="tx1"/>
                </a:solidFill>
              </a:defRPr>
            </a:lvl1pPr>
          </a:lstStyle>
          <a:p>
            <a:pPr rtl="0">
              <a:defRPr/>
            </a:pPr>
            <a:r>
              <a:rPr lang="fr"/>
              <a:t>En-tête de section</a:t>
            </a:r>
            <a:endParaRPr/>
          </a:p>
        </p:txBody>
      </p:sp>
      <p:sp>
        <p:nvSpPr>
          <p:cNvPr id="24725941" name="Espace réservé du pied de page 4"/>
          <p:cNvSpPr>
            <a:spLocks noGrp="1"/>
          </p:cNvSpPr>
          <p:nvPr>
            <p:ph type="ftr" sz="quarter" idx="11"/>
          </p:nvPr>
        </p:nvSpPr>
        <p:spPr bwMode="auto">
          <a:xfrm>
            <a:off x="419100" y="219456"/>
            <a:ext cx="2656178" cy="338328"/>
          </a:xfrm>
        </p:spPr>
        <p:txBody>
          <a:bodyPr rtlCol="0"/>
          <a:lstStyle>
            <a:lvl1pPr>
              <a:defRPr>
                <a:solidFill>
                  <a:schemeClr val="tx1"/>
                </a:solidFill>
              </a:defRPr>
            </a:lvl1pPr>
          </a:lstStyle>
          <a:p>
            <a:pPr rtl="0">
              <a:defRPr/>
            </a:pPr>
            <a:r>
              <a:rPr lang="fr"/>
              <a:t>Exemple de Texte de Pied de page</a:t>
            </a:r>
            <a:endParaRPr/>
          </a:p>
        </p:txBody>
      </p:sp>
      <p:sp>
        <p:nvSpPr>
          <p:cNvPr id="2063581378" name="Espace réservé de la date 3"/>
          <p:cNvSpPr>
            <a:spLocks noGrp="1"/>
          </p:cNvSpPr>
          <p:nvPr>
            <p:ph type="dt" sz="half" idx="10"/>
          </p:nvPr>
        </p:nvSpPr>
        <p:spPr bwMode="auto">
          <a:xfrm>
            <a:off x="8806416" y="219456"/>
            <a:ext cx="1494156" cy="338328"/>
          </a:xfrm>
        </p:spPr>
        <p:txBody>
          <a:bodyPr rtlCol="0"/>
          <a:lstStyle>
            <a:lvl1pPr>
              <a:defRPr>
                <a:solidFill>
                  <a:schemeClr val="tx1"/>
                </a:solidFill>
              </a:defRPr>
            </a:lvl1pPr>
          </a:lstStyle>
          <a:p>
            <a:pPr rtl="0">
              <a:defRPr/>
            </a:pPr>
            <a:r>
              <a:rPr lang="en-US"/>
              <a:t>2/12/2025</a:t>
            </a:r>
            <a:endParaRPr lang="en-US"/>
          </a:p>
        </p:txBody>
      </p:sp>
      <p:sp>
        <p:nvSpPr>
          <p:cNvPr id="554990670" name="Espace réservé du numéro de diapositive 5"/>
          <p:cNvSpPr>
            <a:spLocks noGrp="1"/>
          </p:cNvSpPr>
          <p:nvPr>
            <p:ph type="sldNum" sz="quarter" idx="12"/>
          </p:nvPr>
        </p:nvSpPr>
        <p:spPr bwMode="auto">
          <a:xfrm>
            <a:off x="11291658" y="219456"/>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Ordre du jour">
    <p:spTree>
      <p:nvGrpSpPr>
        <p:cNvPr id="1" name=""/>
        <p:cNvGrpSpPr/>
        <p:nvPr/>
      </p:nvGrpSpPr>
      <p:grpSpPr bwMode="auto">
        <a:xfrm>
          <a:off x="0" y="0"/>
          <a:ext cx="0" cy="0"/>
          <a:chOff x="0" y="0"/>
          <a:chExt cx="0" cy="0"/>
        </a:xfrm>
      </p:grpSpPr>
      <p:pic>
        <p:nvPicPr>
          <p:cNvPr id="947132228" name="Image 5" descr="Arrière-plan noir avec une lumière violette et orange&#10;&#10;Le contenu généré par l’IA peut être incorrect."/>
          <p:cNvPicPr>
            <a:picLocks noChangeAspect="1"/>
          </p:cNvPicPr>
          <p:nvPr userDrawn="1"/>
        </p:nvPicPr>
        <p:blipFill rotWithShape="1">
          <a:blip r:embed="rId2"/>
          <a:stretch/>
        </p:blipFill>
        <p:spPr bwMode="auto">
          <a:xfrm rot="10800000">
            <a:off x="0" y="-2"/>
            <a:ext cx="12192000" cy="2869093"/>
          </a:xfrm>
          <a:prstGeom prst="rect">
            <a:avLst/>
          </a:prstGeom>
        </p:spPr>
      </p:pic>
      <p:sp>
        <p:nvSpPr>
          <p:cNvPr id="1443627780" name="Titre 1"/>
          <p:cNvSpPr>
            <a:spLocks noGrp="1"/>
          </p:cNvSpPr>
          <p:nvPr>
            <p:ph type="title"/>
          </p:nvPr>
        </p:nvSpPr>
        <p:spPr bwMode="auto">
          <a:xfrm>
            <a:off x="368368" y="2138776"/>
            <a:ext cx="6433266" cy="1962149"/>
          </a:xfrm>
        </p:spPr>
        <p:txBody>
          <a:bodyPr rtlCol="0" anchor="t">
            <a:normAutofit/>
          </a:bodyPr>
          <a:lstStyle>
            <a:lvl1pPr>
              <a:defRPr sz="8800">
                <a:solidFill>
                  <a:schemeClr val="tx1"/>
                </a:solidFill>
              </a:defRPr>
            </a:lvl1pPr>
          </a:lstStyle>
          <a:p>
            <a:pPr rtl="0">
              <a:defRPr/>
            </a:pPr>
            <a:r>
              <a:rPr lang="fr"/>
              <a:t>Modifiez le style du titre</a:t>
            </a:r>
            <a:endParaRPr/>
          </a:p>
        </p:txBody>
      </p:sp>
      <p:sp>
        <p:nvSpPr>
          <p:cNvPr id="1916756478"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lang="en-US">
              <a:solidFill>
                <a:schemeClr val="tx1"/>
              </a:solidFill>
            </a:endParaRPr>
          </a:p>
        </p:txBody>
      </p:sp>
      <p:sp>
        <p:nvSpPr>
          <p:cNvPr id="642722701" name="Espace réservé de la date 2"/>
          <p:cNvSpPr>
            <a:spLocks noGrp="1"/>
          </p:cNvSpPr>
          <p:nvPr>
            <p:ph type="dt" sz="half" idx="10"/>
          </p:nvPr>
        </p:nvSpPr>
        <p:spPr bwMode="auto">
          <a:xfrm>
            <a:off x="7353300" y="214858"/>
            <a:ext cx="1485900" cy="338328"/>
          </a:xfrm>
        </p:spPr>
        <p:txBody>
          <a:bodyPr rtlCol="0"/>
          <a:lstStyle>
            <a:lvl1pPr>
              <a:defRPr>
                <a:solidFill>
                  <a:schemeClr val="tx1"/>
                </a:solidFill>
              </a:defRPr>
            </a:lvl1pPr>
          </a:lstStyle>
          <a:p>
            <a:pPr rtl="0">
              <a:defRPr/>
            </a:pPr>
            <a:r>
              <a:rPr lang="en-US"/>
              <a:t>2/12/2025</a:t>
            </a:r>
            <a:endParaRPr/>
          </a:p>
        </p:txBody>
      </p:sp>
      <p:sp>
        <p:nvSpPr>
          <p:cNvPr id="1337743004"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797217984" name="Espace réservé du contenu 6"/>
          <p:cNvSpPr>
            <a:spLocks noGrp="1"/>
          </p:cNvSpPr>
          <p:nvPr>
            <p:ph sz="quarter" idx="13"/>
          </p:nvPr>
        </p:nvSpPr>
        <p:spPr bwMode="auto">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a:solidFill>
                  <a:schemeClr val="tx1"/>
                </a:solidFill>
              </a:defRPr>
            </a:lvl1pPr>
            <a:lvl2pPr marL="571500" indent="-342900">
              <a:buFont typeface="+mj-lt"/>
              <a:buAutoNum type="arabicPeriod"/>
              <a:defRPr lang="en-US" sz="1400">
                <a:solidFill>
                  <a:schemeClr val="tx1"/>
                </a:solidFill>
              </a:defRPr>
            </a:lvl2pPr>
            <a:lvl3pPr marL="800100" indent="-342900">
              <a:buFont typeface="+mj-lt"/>
              <a:buAutoNum type="arabicPeriod"/>
              <a:defRPr lang="en-US" sz="1400">
                <a:solidFill>
                  <a:schemeClr val="tx1"/>
                </a:solidFill>
              </a:defRPr>
            </a:lvl3pPr>
            <a:lvl4pPr>
              <a:buFont typeface="+mj-lt"/>
              <a:buAutoNum type="arabicPeriod"/>
              <a:defRPr lang="en-US" sz="1400">
                <a:solidFill>
                  <a:schemeClr val="tx1"/>
                </a:solidFill>
              </a:defRPr>
            </a:lvl4pPr>
            <a:lvl5pPr>
              <a:buFont typeface="+mj-lt"/>
              <a:buAutoNum type="arabicPeriod"/>
              <a:defRPr lang="en-US" sz="1400">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Ordre du jour 2">
    <p:spTree>
      <p:nvGrpSpPr>
        <p:cNvPr id="1" name=""/>
        <p:cNvGrpSpPr/>
        <p:nvPr/>
      </p:nvGrpSpPr>
      <p:grpSpPr bwMode="auto">
        <a:xfrm>
          <a:off x="0" y="0"/>
          <a:ext cx="0" cy="0"/>
          <a:chOff x="0" y="0"/>
          <a:chExt cx="0" cy="0"/>
        </a:xfrm>
      </p:grpSpPr>
      <p:pic>
        <p:nvPicPr>
          <p:cNvPr id="1081663214" name="Image 9" descr="Cercle noir de couleur violette et orange&#10;&#10;Le contenu généré par l’IA peut être incorrect."/>
          <p:cNvPicPr>
            <a:picLocks noChangeAspect="1"/>
          </p:cNvPicPr>
          <p:nvPr userDrawn="1"/>
        </p:nvPicPr>
        <p:blipFill rotWithShape="1">
          <a:blip r:embed="rId2"/>
          <a:srcRect l="25858" t="8959" r="915" b="25228"/>
          <a:stretch/>
        </p:blipFill>
        <p:spPr bwMode="auto">
          <a:xfrm flipH="1">
            <a:off x="0" y="0"/>
            <a:ext cx="12192000" cy="6858000"/>
          </a:xfrm>
          <a:prstGeom prst="rect">
            <a:avLst/>
          </a:prstGeom>
        </p:spPr>
      </p:pic>
      <p:sp>
        <p:nvSpPr>
          <p:cNvPr id="1860705941" name="Titre 1"/>
          <p:cNvSpPr>
            <a:spLocks noGrp="1"/>
          </p:cNvSpPr>
          <p:nvPr>
            <p:ph type="title"/>
          </p:nvPr>
        </p:nvSpPr>
        <p:spPr bwMode="auto">
          <a:xfrm>
            <a:off x="368367" y="915709"/>
            <a:ext cx="11404534" cy="1604654"/>
          </a:xfrm>
        </p:spPr>
        <p:txBody>
          <a:bodyPr rtlCol="0" anchor="t">
            <a:normAutofit/>
          </a:bodyPr>
          <a:lstStyle>
            <a:lvl1pPr>
              <a:defRPr sz="8800">
                <a:solidFill>
                  <a:schemeClr val="tx1"/>
                </a:solidFill>
              </a:defRPr>
            </a:lvl1pPr>
          </a:lstStyle>
          <a:p>
            <a:pPr rtl="0">
              <a:defRPr/>
            </a:pPr>
            <a:r>
              <a:rPr lang="fr"/>
              <a:t>Modifiez le style du titre</a:t>
            </a:r>
            <a:endParaRPr/>
          </a:p>
        </p:txBody>
      </p:sp>
      <p:sp>
        <p:nvSpPr>
          <p:cNvPr id="1824687676"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858405468" name="Espace réservé de la date 2"/>
          <p:cNvSpPr>
            <a:spLocks noGrp="1"/>
          </p:cNvSpPr>
          <p:nvPr>
            <p:ph type="dt" sz="half" idx="10"/>
          </p:nvPr>
        </p:nvSpPr>
        <p:spPr bwMode="auto">
          <a:xfrm>
            <a:off x="7772400" y="214858"/>
            <a:ext cx="1485900" cy="338328"/>
          </a:xfrm>
        </p:spPr>
        <p:txBody>
          <a:bodyPr rtlCol="0"/>
          <a:lstStyle>
            <a:lvl1pPr>
              <a:defRPr>
                <a:solidFill>
                  <a:schemeClr val="tx1"/>
                </a:solidFill>
              </a:defRPr>
            </a:lvl1pPr>
          </a:lstStyle>
          <a:p>
            <a:pPr rtl="0">
              <a:defRPr/>
            </a:pPr>
            <a:r>
              <a:rPr lang="en-US"/>
              <a:t>2/12/2025</a:t>
            </a:r>
            <a:endParaRPr lang="en-US"/>
          </a:p>
        </p:txBody>
      </p:sp>
      <p:sp>
        <p:nvSpPr>
          <p:cNvPr id="17979874"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852808879" name="Espace réservé du contenu 6"/>
          <p:cNvSpPr>
            <a:spLocks noGrp="1"/>
          </p:cNvSpPr>
          <p:nvPr>
            <p:ph sz="quarter" idx="13"/>
          </p:nvPr>
        </p:nvSpPr>
        <p:spPr bwMode="auto">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a:solidFill>
                  <a:schemeClr val="tx1"/>
                </a:solidFill>
              </a:defRPr>
            </a:lvl1pPr>
            <a:lvl2pPr marL="571500" indent="-342900">
              <a:buFont typeface="+mj-lt"/>
              <a:buAutoNum type="arabicPeriod"/>
              <a:defRPr lang="en-US" sz="1400">
                <a:solidFill>
                  <a:schemeClr val="tx1"/>
                </a:solidFill>
              </a:defRPr>
            </a:lvl2pPr>
            <a:lvl3pPr marL="800100" indent="-342900">
              <a:buFont typeface="+mj-lt"/>
              <a:buAutoNum type="arabicPeriod"/>
              <a:defRPr lang="en-US" sz="1400">
                <a:solidFill>
                  <a:schemeClr val="tx1"/>
                </a:solidFill>
              </a:defRPr>
            </a:lvl3pPr>
            <a:lvl4pPr>
              <a:buFont typeface="+mj-lt"/>
              <a:buAutoNum type="arabicPeriod"/>
              <a:defRPr lang="en-US" sz="1400">
                <a:solidFill>
                  <a:schemeClr val="tx1"/>
                </a:solidFill>
              </a:defRPr>
            </a:lvl4pPr>
            <a:lvl5pPr>
              <a:buFont typeface="+mj-lt"/>
              <a:buAutoNum type="arabicPeriod"/>
              <a:defRPr lang="en-US" sz="1400">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Ordre du jour avec image">
    <p:bg>
      <p:bgPr shadeToTitle="0">
        <a:solidFill>
          <a:srgbClr val="09090C"/>
        </a:solidFill>
      </p:bgPr>
    </p:bg>
    <p:spTree>
      <p:nvGrpSpPr>
        <p:cNvPr id="1" name=""/>
        <p:cNvGrpSpPr/>
        <p:nvPr/>
      </p:nvGrpSpPr>
      <p:grpSpPr bwMode="auto">
        <a:xfrm>
          <a:off x="0" y="0"/>
          <a:ext cx="0" cy="0"/>
          <a:chOff x="0" y="0"/>
          <a:chExt cx="0" cy="0"/>
        </a:xfrm>
      </p:grpSpPr>
      <p:pic>
        <p:nvPicPr>
          <p:cNvPr id="561538675" name="Image 5" descr="Arrière-plan noir avec une lumière rouge et jaune&#10;&#10;Le contenu généré par l’IA peut être incorrect."/>
          <p:cNvPicPr>
            <a:picLocks noChangeAspect="1"/>
          </p:cNvPicPr>
          <p:nvPr userDrawn="1"/>
        </p:nvPicPr>
        <p:blipFill rotWithShape="1">
          <a:blip r:embed="rId2"/>
          <a:srcRect l="0" t="0" r="0" b="36109"/>
          <a:stretch/>
        </p:blipFill>
        <p:spPr bwMode="auto">
          <a:xfrm rot="10800000" flipH="1">
            <a:off x="-9982" y="2555751"/>
            <a:ext cx="12192000" cy="4343908"/>
          </a:xfrm>
          <a:prstGeom prst="rect">
            <a:avLst/>
          </a:prstGeom>
        </p:spPr>
      </p:pic>
      <p:sp>
        <p:nvSpPr>
          <p:cNvPr id="1517325522" name="Titre 1"/>
          <p:cNvSpPr>
            <a:spLocks noGrp="1"/>
          </p:cNvSpPr>
          <p:nvPr>
            <p:ph type="title"/>
          </p:nvPr>
        </p:nvSpPr>
        <p:spPr bwMode="auto">
          <a:xfrm>
            <a:off x="390852" y="3481713"/>
            <a:ext cx="5496426" cy="2092272"/>
          </a:xfrm>
        </p:spPr>
        <p:txBody>
          <a:bodyPr rtlCol="0" anchor="t">
            <a:normAutofit/>
          </a:bodyPr>
          <a:lstStyle>
            <a:lvl1pPr>
              <a:defRPr sz="7600">
                <a:solidFill>
                  <a:schemeClr val="tx1"/>
                </a:solidFill>
              </a:defRPr>
            </a:lvl1pPr>
          </a:lstStyle>
          <a:p>
            <a:pPr rtl="0">
              <a:defRPr/>
            </a:pPr>
            <a:r>
              <a:rPr lang="fr"/>
              <a:t>Modifiez le style du titre</a:t>
            </a:r>
            <a:endParaRPr/>
          </a:p>
        </p:txBody>
      </p:sp>
      <p:sp>
        <p:nvSpPr>
          <p:cNvPr id="2144953001" name="Espace réservé d’image 7"/>
          <p:cNvSpPr>
            <a:spLocks noGrp="1"/>
          </p:cNvSpPr>
          <p:nvPr>
            <p:ph type="pic" sz="quarter" idx="14" hasCustomPrompt="1"/>
          </p:nvPr>
        </p:nvSpPr>
        <p:spPr bwMode="auto">
          <a:xfrm>
            <a:off x="0" y="0"/>
            <a:ext cx="12192000" cy="2555751"/>
          </a:xfrm>
          <a:prstGeom prst="rect">
            <a:avLst/>
          </a:prstGeom>
          <a:blipFill rotWithShape="1">
            <a:blip r:embed="rId3">
              <a:alphaModFix amt="65000"/>
            </a:blip>
            <a:stretch/>
          </a:blipFill>
        </p:spPr>
        <p:txBody>
          <a:bodyPr rtlCol="0"/>
          <a:lstStyle>
            <a:lvl1pPr>
              <a:defRPr>
                <a:solidFill>
                  <a:schemeClr val="tx1"/>
                </a:solidFill>
              </a:defRPr>
            </a:lvl1pPr>
          </a:lstStyle>
          <a:p>
            <a:pPr rtl="0">
              <a:defRPr/>
            </a:pPr>
            <a:r>
              <a:rPr lang="fr"/>
              <a:t>   </a:t>
            </a:r>
            <a:endParaRPr/>
          </a:p>
        </p:txBody>
      </p:sp>
      <p:sp>
        <p:nvSpPr>
          <p:cNvPr id="441220029" name="Espace réservé du pied de page 3"/>
          <p:cNvSpPr>
            <a:spLocks noGrp="1"/>
          </p:cNvSpPr>
          <p:nvPr>
            <p:ph type="ftr" sz="quarter" idx="11"/>
          </p:nvPr>
        </p:nvSpPr>
        <p:spPr bwMode="auto">
          <a:xfrm>
            <a:off x="433660" y="2734068"/>
            <a:ext cx="2727331" cy="338328"/>
          </a:xfrm>
        </p:spPr>
        <p:txBody>
          <a:bodyPr rtlCol="0"/>
          <a:lstStyle>
            <a:lvl1pPr>
              <a:defRPr>
                <a:solidFill>
                  <a:schemeClr val="tx1"/>
                </a:solidFill>
              </a:defRPr>
            </a:lvl1pPr>
          </a:lstStyle>
          <a:p>
            <a:pPr rtl="0">
              <a:defRPr/>
            </a:pPr>
            <a:r>
              <a:rPr lang="fr"/>
              <a:t>Exemple de Texte de Pied de page</a:t>
            </a:r>
            <a:endParaRPr/>
          </a:p>
        </p:txBody>
      </p:sp>
      <p:sp>
        <p:nvSpPr>
          <p:cNvPr id="50044074" name="Espace réservé de la date 2"/>
          <p:cNvSpPr>
            <a:spLocks noGrp="1"/>
          </p:cNvSpPr>
          <p:nvPr>
            <p:ph type="dt" sz="half" idx="10"/>
          </p:nvPr>
        </p:nvSpPr>
        <p:spPr bwMode="auto">
          <a:xfrm>
            <a:off x="7785567" y="2734068"/>
            <a:ext cx="1586711" cy="338328"/>
          </a:xfrm>
        </p:spPr>
        <p:txBody>
          <a:bodyPr rtlCol="0"/>
          <a:lstStyle>
            <a:lvl1pPr>
              <a:defRPr>
                <a:solidFill>
                  <a:schemeClr val="tx1"/>
                </a:solidFill>
              </a:defRPr>
            </a:lvl1pPr>
          </a:lstStyle>
          <a:p>
            <a:pPr rtl="0">
              <a:defRPr/>
            </a:pPr>
            <a:r>
              <a:rPr lang="en-US"/>
              <a:t>2/12/2025</a:t>
            </a:r>
            <a:endParaRPr/>
          </a:p>
        </p:txBody>
      </p:sp>
      <p:sp>
        <p:nvSpPr>
          <p:cNvPr id="1288642607" name="Espace réservé du numéro de diapositive 4"/>
          <p:cNvSpPr>
            <a:spLocks noGrp="1"/>
          </p:cNvSpPr>
          <p:nvPr>
            <p:ph type="sldNum" sz="quarter" idx="12"/>
          </p:nvPr>
        </p:nvSpPr>
        <p:spPr bwMode="auto">
          <a:xfrm>
            <a:off x="11316614" y="2734068"/>
            <a:ext cx="526695"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591044247" name="Espace réservé du contenu 6"/>
          <p:cNvSpPr>
            <a:spLocks noGrp="1"/>
          </p:cNvSpPr>
          <p:nvPr>
            <p:ph sz="quarter" idx="13"/>
          </p:nvPr>
        </p:nvSpPr>
        <p:spPr bwMode="auto">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a:solidFill>
                  <a:schemeClr val="tx1"/>
                </a:solidFill>
              </a:defRPr>
            </a:lvl1pPr>
            <a:lvl2pPr marL="571500" indent="-342900">
              <a:lnSpc>
                <a:spcPct val="130000"/>
              </a:lnSpc>
              <a:buFont typeface="+mj-lt"/>
              <a:buAutoNum type="arabicPeriod"/>
              <a:defRPr lang="en-US" sz="1400">
                <a:solidFill>
                  <a:schemeClr val="tx1"/>
                </a:solidFill>
              </a:defRPr>
            </a:lvl2pPr>
            <a:lvl3pPr marL="800100" indent="-342900">
              <a:lnSpc>
                <a:spcPct val="130000"/>
              </a:lnSpc>
              <a:buFont typeface="+mj-lt"/>
              <a:buAutoNum type="arabicPeriod"/>
              <a:defRPr lang="en-US" sz="1400">
                <a:solidFill>
                  <a:schemeClr val="tx1"/>
                </a:solidFill>
              </a:defRPr>
            </a:lvl3pPr>
            <a:lvl4pPr>
              <a:lnSpc>
                <a:spcPct val="130000"/>
              </a:lnSpc>
              <a:buFont typeface="+mj-lt"/>
              <a:buAutoNum type="arabicPeriod"/>
              <a:defRPr lang="en-US" sz="1400">
                <a:solidFill>
                  <a:schemeClr val="tx1"/>
                </a:solidFill>
              </a:defRPr>
            </a:lvl4pPr>
            <a:lvl5pPr>
              <a:lnSpc>
                <a:spcPct val="130000"/>
              </a:lnSpc>
              <a:buFont typeface="+mj-lt"/>
              <a:buAutoNum type="arabicPeriod"/>
              <a:defRPr lang="en-US" sz="1400">
                <a:solidFill>
                  <a:schemeClr val="tx1"/>
                </a:solidFill>
              </a:defRPr>
            </a:lvl5pPr>
          </a:lstStyle>
          <a:p>
            <a:pPr marL="228600" lvl="0" indent="-228600" rtl="0">
              <a:defRPr/>
            </a:pPr>
            <a:r>
              <a:rPr lang="fr"/>
              <a:t>Modifiez les styles du texte</a:t>
            </a:r>
            <a:endParaRPr/>
          </a:p>
          <a:p>
            <a:pPr marL="228600" lvl="1" indent="-228600" rtl="0">
              <a:defRPr/>
            </a:pPr>
            <a:r>
              <a:rPr lang="fr"/>
              <a:t>Deuxième niveau</a:t>
            </a:r>
            <a:endParaRPr/>
          </a:p>
          <a:p>
            <a:pPr marL="228600" lvl="2" indent="-228600" rtl="0">
              <a:defRPr/>
            </a:pPr>
            <a:r>
              <a:rPr lang="fr"/>
              <a:t>Troisième niveau</a:t>
            </a:r>
            <a:endParaRPr/>
          </a:p>
          <a:p>
            <a:pPr marL="228600" lvl="3" indent="-228600" rtl="0">
              <a:defRPr/>
            </a:pPr>
            <a:r>
              <a:rPr lang="fr"/>
              <a:t>Quatrième niveau</a:t>
            </a:r>
            <a:endParaRPr/>
          </a:p>
          <a:p>
            <a:pPr marL="228600" lvl="4" indent="-228600" rtl="0">
              <a:defRPr/>
            </a:pPr>
            <a:r>
              <a:rPr lang="fr"/>
              <a:t>Cinquième niveau</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2">
    <p:spTree>
      <p:nvGrpSpPr>
        <p:cNvPr id="1" name=""/>
        <p:cNvGrpSpPr/>
        <p:nvPr/>
      </p:nvGrpSpPr>
      <p:grpSpPr bwMode="auto">
        <a:xfrm>
          <a:off x="0" y="0"/>
          <a:ext cx="0" cy="0"/>
          <a:chOff x="0" y="0"/>
          <a:chExt cx="0" cy="0"/>
        </a:xfrm>
      </p:grpSpPr>
      <p:pic>
        <p:nvPicPr>
          <p:cNvPr id="1866215987" name="Image 2" descr="Gros plan d’un objet coloré&#10;&#10;Le contenu généré par l’IA peut être incorrect."/>
          <p:cNvPicPr>
            <a:picLocks noChangeAspect="1"/>
          </p:cNvPicPr>
          <p:nvPr userDrawn="1"/>
        </p:nvPicPr>
        <p:blipFill rotWithShape="1">
          <a:blip r:embed="rId2"/>
          <a:srcRect l="34188" t="0" r="1" b="13700"/>
          <a:stretch/>
        </p:blipFill>
        <p:spPr bwMode="auto">
          <a:xfrm rot="5400000" flipV="1">
            <a:off x="2667000" y="-2667000"/>
            <a:ext cx="6858000" cy="12192000"/>
          </a:xfrm>
          <a:prstGeom prst="rect">
            <a:avLst/>
          </a:prstGeom>
        </p:spPr>
      </p:pic>
      <p:sp>
        <p:nvSpPr>
          <p:cNvPr id="754162455" name="Titre 1"/>
          <p:cNvSpPr>
            <a:spLocks noGrp="1"/>
          </p:cNvSpPr>
          <p:nvPr>
            <p:ph type="title"/>
          </p:nvPr>
        </p:nvSpPr>
        <p:spPr bwMode="auto">
          <a:xfrm>
            <a:off x="432393" y="1762539"/>
            <a:ext cx="3987207" cy="2073091"/>
          </a:xfrm>
        </p:spPr>
        <p:txBody>
          <a:bodyPr rtlCol="0" anchor="t">
            <a:normAutofit/>
          </a:bodyPr>
          <a:lstStyle>
            <a:lvl1pPr>
              <a:defRPr sz="3000">
                <a:solidFill>
                  <a:schemeClr val="tx1"/>
                </a:solidFill>
              </a:defRPr>
            </a:lvl1pPr>
          </a:lstStyle>
          <a:p>
            <a:pPr rtl="0">
              <a:defRPr/>
            </a:pPr>
            <a:r>
              <a:rPr lang="fr"/>
              <a:t>Modifiez le style du titre</a:t>
            </a:r>
            <a:endParaRPr/>
          </a:p>
        </p:txBody>
      </p:sp>
      <p:sp>
        <p:nvSpPr>
          <p:cNvPr id="850300630" name="Espace réservé du pied de page 4"/>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916541856" name="Espace réservé de la date 3"/>
          <p:cNvSpPr>
            <a:spLocks noGrp="1"/>
          </p:cNvSpPr>
          <p:nvPr>
            <p:ph type="dt" sz="half" idx="10"/>
          </p:nvPr>
        </p:nvSpPr>
        <p:spPr bwMode="auto">
          <a:xfrm>
            <a:off x="4851993" y="214858"/>
            <a:ext cx="1522740" cy="338328"/>
          </a:xfrm>
        </p:spPr>
        <p:txBody>
          <a:bodyPr rtlCol="0"/>
          <a:lstStyle>
            <a:lvl1pPr>
              <a:defRPr>
                <a:solidFill>
                  <a:schemeClr val="tx1"/>
                </a:solidFill>
              </a:defRPr>
            </a:lvl1pPr>
          </a:lstStyle>
          <a:p>
            <a:pPr rtl="0">
              <a:defRPr/>
            </a:pPr>
            <a:r>
              <a:rPr lang="en-US"/>
              <a:t>2/12/2025</a:t>
            </a:r>
            <a:endParaRPr/>
          </a:p>
        </p:txBody>
      </p:sp>
      <p:sp>
        <p:nvSpPr>
          <p:cNvPr id="528379558"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246472103" name="Espace réservé du contenu 7"/>
          <p:cNvSpPr>
            <a:spLocks noGrp="1"/>
          </p:cNvSpPr>
          <p:nvPr>
            <p:ph sz="quarter" idx="13"/>
          </p:nvPr>
        </p:nvSpPr>
        <p:spPr bwMode="auto">
          <a:xfrm>
            <a:off x="4851993" y="1762539"/>
            <a:ext cx="3482340" cy="2073091"/>
          </a:xfrm>
        </p:spPr>
        <p:txBody>
          <a:bodyPr vert="horz" lIns="91440" tIns="45720" rIns="91440" bIns="45720" rtlCol="0">
            <a:normAutofit/>
          </a:bodyPr>
          <a:lstStyle>
            <a:lvl1pPr marL="0" indent="0">
              <a:buNone/>
              <a:defRPr lang="en-US">
                <a:solidFill>
                  <a:schemeClr val="tx1"/>
                </a:solidFill>
              </a:defRPr>
            </a:lvl1pPr>
            <a:lvl2pPr marL="228600" indent="0">
              <a:buNone/>
              <a:defRPr lang="en-US">
                <a:solidFill>
                  <a:schemeClr val="tx1"/>
                </a:solidFill>
              </a:defRPr>
            </a:lvl2pPr>
            <a:lvl3pPr marL="457200" indent="0">
              <a:buNone/>
              <a:defRPr lang="en-US">
                <a:solidFill>
                  <a:schemeClr val="tx1"/>
                </a:solidFill>
              </a:defRPr>
            </a:lvl3pPr>
            <a:lvl4pPr marL="685800" indent="0">
              <a:buNone/>
              <a:defRPr lang="en-US">
                <a:solidFill>
                  <a:schemeClr val="tx1"/>
                </a:solidFill>
              </a:defRPr>
            </a:lvl4pPr>
            <a:lvl5pPr marL="914400" indent="0">
              <a:buNone/>
              <a:defRPr lang="en-US">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Contenu 3">
    <p:spTree>
      <p:nvGrpSpPr>
        <p:cNvPr id="1" name=""/>
        <p:cNvGrpSpPr/>
        <p:nvPr/>
      </p:nvGrpSpPr>
      <p:grpSpPr bwMode="auto">
        <a:xfrm>
          <a:off x="0" y="0"/>
          <a:ext cx="0" cy="0"/>
          <a:chOff x="0" y="0"/>
          <a:chExt cx="0" cy="0"/>
        </a:xfrm>
      </p:grpSpPr>
      <p:pic>
        <p:nvPicPr>
          <p:cNvPr id="253306145" name="Image 6" descr="Gros plan d’un objet coloré&#10;&#10;Le contenu généré par l’IA peut être incorrect."/>
          <p:cNvPicPr>
            <a:picLocks noChangeAspect="1"/>
          </p:cNvPicPr>
          <p:nvPr userDrawn="1"/>
        </p:nvPicPr>
        <p:blipFill rotWithShape="1">
          <a:blip r:embed="rId2"/>
          <a:srcRect l="-38257" t="5088" r="85" b="21926"/>
          <a:stretch/>
        </p:blipFill>
        <p:spPr bwMode="auto">
          <a:xfrm flipH="1">
            <a:off x="0" y="0"/>
            <a:ext cx="12192000" cy="6855178"/>
          </a:xfrm>
          <a:prstGeom prst="rect">
            <a:avLst/>
          </a:prstGeom>
        </p:spPr>
      </p:pic>
      <p:sp>
        <p:nvSpPr>
          <p:cNvPr id="936351639" name="Titre 1"/>
          <p:cNvSpPr>
            <a:spLocks noGrp="1"/>
          </p:cNvSpPr>
          <p:nvPr>
            <p:ph type="title"/>
          </p:nvPr>
        </p:nvSpPr>
        <p:spPr bwMode="auto">
          <a:xfrm>
            <a:off x="4404380" y="1276990"/>
            <a:ext cx="5385079" cy="985658"/>
          </a:xfrm>
        </p:spPr>
        <p:txBody>
          <a:bodyPr rtlCol="0" anchor="b"/>
          <a:lstStyle>
            <a:lvl1pPr>
              <a:defRPr>
                <a:solidFill>
                  <a:schemeClr val="tx1"/>
                </a:solidFill>
              </a:defRPr>
            </a:lvl1pPr>
          </a:lstStyle>
          <a:p>
            <a:pPr rtl="0">
              <a:defRPr/>
            </a:pPr>
            <a:r>
              <a:rPr lang="fr"/>
              <a:t>Modifiez le style du titre</a:t>
            </a:r>
            <a:endParaRPr/>
          </a:p>
        </p:txBody>
      </p:sp>
      <p:sp>
        <p:nvSpPr>
          <p:cNvPr id="2001871017" name="Espace réservé du pied de page 4"/>
          <p:cNvSpPr>
            <a:spLocks noGrp="1"/>
          </p:cNvSpPr>
          <p:nvPr>
            <p:ph type="ftr" sz="quarter" idx="11"/>
          </p:nvPr>
        </p:nvSpPr>
        <p:spPr bwMode="auto">
          <a:xfrm>
            <a:off x="432393"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929303283" name="Espace réservé de la date 3"/>
          <p:cNvSpPr>
            <a:spLocks noGrp="1"/>
          </p:cNvSpPr>
          <p:nvPr>
            <p:ph type="dt" sz="half" idx="10"/>
          </p:nvPr>
        </p:nvSpPr>
        <p:spPr bwMode="auto">
          <a:xfrm>
            <a:off x="4412904" y="214858"/>
            <a:ext cx="2514600" cy="338328"/>
          </a:xfrm>
        </p:spPr>
        <p:txBody>
          <a:bodyPr rtlCol="0"/>
          <a:lstStyle>
            <a:lvl1pPr>
              <a:defRPr>
                <a:solidFill>
                  <a:schemeClr val="tx1"/>
                </a:solidFill>
              </a:defRPr>
            </a:lvl1pPr>
          </a:lstStyle>
          <a:p>
            <a:pPr rtl="0">
              <a:defRPr/>
            </a:pPr>
            <a:r>
              <a:rPr lang="en-US"/>
              <a:t>2/12/2025</a:t>
            </a:r>
            <a:endParaRPr/>
          </a:p>
        </p:txBody>
      </p:sp>
      <p:sp>
        <p:nvSpPr>
          <p:cNvPr id="1715045177" name="Espace réservé du numéro de diapositive 5"/>
          <p:cNvSpPr>
            <a:spLocks noGrp="1"/>
          </p:cNvSpPr>
          <p:nvPr>
            <p:ph type="sldNum" sz="quarter" idx="12"/>
          </p:nvPr>
        </p:nvSpPr>
        <p:spPr bwMode="auto">
          <a:xfrm>
            <a:off x="11282980" y="214858"/>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530995088" name="Espace réservé du contenu 2"/>
          <p:cNvSpPr>
            <a:spLocks noGrp="1"/>
          </p:cNvSpPr>
          <p:nvPr>
            <p:ph idx="1"/>
          </p:nvPr>
        </p:nvSpPr>
        <p:spPr bwMode="auto">
          <a:xfrm>
            <a:off x="4412904" y="2471736"/>
            <a:ext cx="5385079" cy="3493129"/>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Contenu 4">
    <p:spTree>
      <p:nvGrpSpPr>
        <p:cNvPr id="1" name=""/>
        <p:cNvGrpSpPr/>
        <p:nvPr/>
      </p:nvGrpSpPr>
      <p:grpSpPr bwMode="auto">
        <a:xfrm>
          <a:off x="0" y="0"/>
          <a:ext cx="0" cy="0"/>
          <a:chOff x="0" y="0"/>
          <a:chExt cx="0" cy="0"/>
        </a:xfrm>
      </p:grpSpPr>
      <p:pic>
        <p:nvPicPr>
          <p:cNvPr id="913482850" name="Image 22" descr="Arrière-plan violet et noir&#10;&#10;Le contenu généré par l’IA peut être incorrect."/>
          <p:cNvPicPr>
            <a:picLocks noChangeAspect="1"/>
          </p:cNvPicPr>
          <p:nvPr userDrawn="1"/>
        </p:nvPicPr>
        <p:blipFill rotWithShape="1">
          <a:blip r:embed="rId2"/>
          <a:srcRect l="11509" t="0" r="0" b="0"/>
          <a:stretch/>
        </p:blipFill>
        <p:spPr bwMode="auto">
          <a:xfrm>
            <a:off x="6324601" y="1"/>
            <a:ext cx="5881254" cy="6858000"/>
          </a:xfrm>
          <a:prstGeom prst="rect">
            <a:avLst/>
          </a:prstGeom>
        </p:spPr>
      </p:pic>
      <p:sp>
        <p:nvSpPr>
          <p:cNvPr id="1880989681" name="Titre 1"/>
          <p:cNvSpPr>
            <a:spLocks noGrp="1"/>
          </p:cNvSpPr>
          <p:nvPr>
            <p:ph type="title"/>
          </p:nvPr>
        </p:nvSpPr>
        <p:spPr bwMode="auto">
          <a:xfrm>
            <a:off x="418851" y="1276990"/>
            <a:ext cx="5378267" cy="985658"/>
          </a:xfrm>
        </p:spPr>
        <p:txBody>
          <a:bodyPr rtlCol="0" anchor="b"/>
          <a:lstStyle>
            <a:lvl1pPr>
              <a:defRPr>
                <a:solidFill>
                  <a:schemeClr val="tx1"/>
                </a:solidFill>
              </a:defRPr>
            </a:lvl1pPr>
          </a:lstStyle>
          <a:p>
            <a:pPr rtl="0">
              <a:defRPr/>
            </a:pPr>
            <a:r>
              <a:rPr lang="fr"/>
              <a:t>Modifiez le style du titre</a:t>
            </a:r>
            <a:endParaRPr/>
          </a:p>
        </p:txBody>
      </p:sp>
      <p:sp>
        <p:nvSpPr>
          <p:cNvPr id="976716340" name="Espace réservé du pied de page 4"/>
          <p:cNvSpPr>
            <a:spLocks noGrp="1"/>
          </p:cNvSpPr>
          <p:nvPr>
            <p:ph type="ftr" sz="quarter" idx="11"/>
          </p:nvPr>
        </p:nvSpPr>
        <p:spPr bwMode="auto">
          <a:xfrm>
            <a:off x="432393"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1632135173" name="Espace réservé de la date 3"/>
          <p:cNvSpPr>
            <a:spLocks noGrp="1"/>
          </p:cNvSpPr>
          <p:nvPr>
            <p:ph type="dt" sz="half" idx="10"/>
          </p:nvPr>
        </p:nvSpPr>
        <p:spPr bwMode="auto">
          <a:xfrm>
            <a:off x="8801100" y="214858"/>
            <a:ext cx="1941840" cy="338328"/>
          </a:xfrm>
        </p:spPr>
        <p:txBody>
          <a:bodyPr rtlCol="0"/>
          <a:lstStyle>
            <a:lvl1pPr>
              <a:defRPr>
                <a:solidFill>
                  <a:schemeClr val="tx1"/>
                </a:solidFill>
              </a:defRPr>
            </a:lvl1pPr>
          </a:lstStyle>
          <a:p>
            <a:pPr rtl="0">
              <a:defRPr/>
            </a:pPr>
            <a:r>
              <a:rPr lang="en-US"/>
              <a:t>2/12/2025</a:t>
            </a:r>
            <a:endParaRPr lang="en-US"/>
          </a:p>
        </p:txBody>
      </p:sp>
      <p:sp>
        <p:nvSpPr>
          <p:cNvPr id="279313294" name="Espace réservé du numéro de diapositive 5"/>
          <p:cNvSpPr>
            <a:spLocks noGrp="1"/>
          </p:cNvSpPr>
          <p:nvPr>
            <p:ph type="sldNum" sz="quarter" idx="12"/>
          </p:nvPr>
        </p:nvSpPr>
        <p:spPr bwMode="auto">
          <a:xfrm>
            <a:off x="11290295" y="214858"/>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417181175" name="Espace réservé du contenu 2"/>
          <p:cNvSpPr>
            <a:spLocks noGrp="1"/>
          </p:cNvSpPr>
          <p:nvPr>
            <p:ph idx="1"/>
          </p:nvPr>
        </p:nvSpPr>
        <p:spPr bwMode="auto">
          <a:xfrm>
            <a:off x="427477" y="2471736"/>
            <a:ext cx="5378268" cy="3662734"/>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5">
    <p:spTree>
      <p:nvGrpSpPr>
        <p:cNvPr id="1" name=""/>
        <p:cNvGrpSpPr/>
        <p:nvPr/>
      </p:nvGrpSpPr>
      <p:grpSpPr bwMode="auto">
        <a:xfrm>
          <a:off x="0" y="0"/>
          <a:ext cx="0" cy="0"/>
          <a:chOff x="0" y="0"/>
          <a:chExt cx="0" cy="0"/>
        </a:xfrm>
      </p:grpSpPr>
      <p:pic>
        <p:nvPicPr>
          <p:cNvPr id="254720411" name="Image 2" descr="Lumière rouge et violette&#10;&#10;Le contenu généré par l’IA peut être incorrect."/>
          <p:cNvPicPr>
            <a:picLocks noChangeAspect="1"/>
          </p:cNvPicPr>
          <p:nvPr userDrawn="1"/>
        </p:nvPicPr>
        <p:blipFill rotWithShape="1">
          <a:blip r:embed="rId2"/>
          <a:srcRect l="0" t="29759" r="0" b="0"/>
          <a:stretch/>
        </p:blipFill>
        <p:spPr bwMode="auto">
          <a:xfrm flipH="1">
            <a:off x="0" y="2040834"/>
            <a:ext cx="12192000" cy="4817165"/>
          </a:xfrm>
          <a:prstGeom prst="rect">
            <a:avLst/>
          </a:prstGeom>
        </p:spPr>
      </p:pic>
      <p:sp>
        <p:nvSpPr>
          <p:cNvPr id="1523870892" name="Titre 1"/>
          <p:cNvSpPr>
            <a:spLocks noGrp="1"/>
          </p:cNvSpPr>
          <p:nvPr>
            <p:ph type="title"/>
          </p:nvPr>
        </p:nvSpPr>
        <p:spPr bwMode="auto">
          <a:xfrm>
            <a:off x="1447800" y="1946412"/>
            <a:ext cx="2971800" cy="3192118"/>
          </a:xfrm>
        </p:spPr>
        <p:txBody>
          <a:bodyPr rtlCol="0" anchor="t">
            <a:normAutofit/>
          </a:bodyPr>
          <a:lstStyle>
            <a:lvl1pPr>
              <a:defRPr sz="3000">
                <a:solidFill>
                  <a:schemeClr val="tx1"/>
                </a:solidFill>
              </a:defRPr>
            </a:lvl1pPr>
          </a:lstStyle>
          <a:p>
            <a:pPr rtl="0">
              <a:defRPr/>
            </a:pPr>
            <a:r>
              <a:rPr lang="fr"/>
              <a:t>Modifiez le style du titre</a:t>
            </a:r>
            <a:endParaRPr/>
          </a:p>
        </p:txBody>
      </p:sp>
      <p:sp>
        <p:nvSpPr>
          <p:cNvPr id="760606211" name="Espace réservé du pied de page 4"/>
          <p:cNvSpPr>
            <a:spLocks noGrp="1"/>
          </p:cNvSpPr>
          <p:nvPr>
            <p:ph type="ftr" sz="quarter" idx="11"/>
          </p:nvPr>
        </p:nvSpPr>
        <p:spPr bwMode="auto">
          <a:xfrm>
            <a:off x="432393"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2105023433" name="Espace réservé de la date 3"/>
          <p:cNvSpPr>
            <a:spLocks noGrp="1"/>
          </p:cNvSpPr>
          <p:nvPr>
            <p:ph type="dt" sz="half" idx="10"/>
          </p:nvPr>
        </p:nvSpPr>
        <p:spPr bwMode="auto">
          <a:xfrm>
            <a:off x="4838700" y="214858"/>
            <a:ext cx="2452851" cy="338328"/>
          </a:xfrm>
        </p:spPr>
        <p:txBody>
          <a:bodyPr rtlCol="0"/>
          <a:lstStyle>
            <a:lvl1pPr>
              <a:defRPr>
                <a:solidFill>
                  <a:schemeClr val="tx1"/>
                </a:solidFill>
              </a:defRPr>
            </a:lvl1pPr>
          </a:lstStyle>
          <a:p>
            <a:pPr rtl="0">
              <a:defRPr/>
            </a:pPr>
            <a:r>
              <a:rPr lang="en-US"/>
              <a:t>2/12/2025</a:t>
            </a:r>
            <a:endParaRPr/>
          </a:p>
        </p:txBody>
      </p:sp>
      <p:sp>
        <p:nvSpPr>
          <p:cNvPr id="221724227" name="Espace réservé du numéro de diapositive 5"/>
          <p:cNvSpPr>
            <a:spLocks noGrp="1"/>
          </p:cNvSpPr>
          <p:nvPr>
            <p:ph type="sldNum" sz="quarter" idx="12"/>
          </p:nvPr>
        </p:nvSpPr>
        <p:spPr bwMode="auto">
          <a:xfrm>
            <a:off x="11282980" y="214858"/>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731611981" name="Espace réservé du contenu 7"/>
          <p:cNvSpPr>
            <a:spLocks noGrp="1"/>
          </p:cNvSpPr>
          <p:nvPr>
            <p:ph sz="quarter" idx="13"/>
          </p:nvPr>
        </p:nvSpPr>
        <p:spPr bwMode="auto">
          <a:xfrm>
            <a:off x="4838700" y="1946413"/>
            <a:ext cx="5189220" cy="319211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6">
    <p:bg>
      <p:bgPr shadeToTitle="0">
        <a:solidFill>
          <a:srgbClr val="09090C"/>
        </a:solidFill>
      </p:bgPr>
    </p:bg>
    <p:spTree>
      <p:nvGrpSpPr>
        <p:cNvPr id="1" name=""/>
        <p:cNvGrpSpPr/>
        <p:nvPr/>
      </p:nvGrpSpPr>
      <p:grpSpPr bwMode="auto">
        <a:xfrm>
          <a:off x="0" y="0"/>
          <a:ext cx="0" cy="0"/>
          <a:chOff x="0" y="0"/>
          <a:chExt cx="0" cy="0"/>
        </a:xfrm>
      </p:grpSpPr>
      <p:pic>
        <p:nvPicPr>
          <p:cNvPr id="1089249179" name="Image 8" descr="Arrière-plan noir avec une lumière violette et orange&#10;&#10;Le contenu généré par l’IA peut être incorrect."/>
          <p:cNvPicPr>
            <a:picLocks noChangeAspect="1"/>
          </p:cNvPicPr>
          <p:nvPr userDrawn="1"/>
        </p:nvPicPr>
        <p:blipFill rotWithShape="1">
          <a:blip r:embed="rId2"/>
          <a:stretch/>
        </p:blipFill>
        <p:spPr bwMode="auto">
          <a:xfrm flipH="1">
            <a:off x="0" y="4406900"/>
            <a:ext cx="9144000" cy="2451100"/>
          </a:xfrm>
          <a:prstGeom prst="rect">
            <a:avLst/>
          </a:prstGeom>
        </p:spPr>
      </p:pic>
      <p:sp>
        <p:nvSpPr>
          <p:cNvPr id="1696925130" name="Titre 1"/>
          <p:cNvSpPr>
            <a:spLocks noGrp="1"/>
          </p:cNvSpPr>
          <p:nvPr>
            <p:ph type="title"/>
          </p:nvPr>
        </p:nvSpPr>
        <p:spPr bwMode="auto">
          <a:xfrm>
            <a:off x="1866899" y="1886712"/>
            <a:ext cx="3507989" cy="3233928"/>
          </a:xfrm>
        </p:spPr>
        <p:txBody>
          <a:bodyPr rtlCol="0" anchor="t">
            <a:normAutofit/>
          </a:bodyPr>
          <a:lstStyle>
            <a:lvl1pPr>
              <a:defRPr sz="3200">
                <a:solidFill>
                  <a:schemeClr val="tx1"/>
                </a:solidFill>
              </a:defRPr>
            </a:lvl1pPr>
          </a:lstStyle>
          <a:p>
            <a:pPr rtl="0">
              <a:defRPr/>
            </a:pPr>
            <a:r>
              <a:rPr lang="fr"/>
              <a:t>Modifiez le style du titre</a:t>
            </a:r>
            <a:endParaRPr/>
          </a:p>
        </p:txBody>
      </p:sp>
      <p:sp>
        <p:nvSpPr>
          <p:cNvPr id="1400564146" name="Espace réservé du pied de page 4"/>
          <p:cNvSpPr>
            <a:spLocks noGrp="1"/>
          </p:cNvSpPr>
          <p:nvPr>
            <p:ph type="ftr" sz="quarter" idx="11"/>
          </p:nvPr>
        </p:nvSpPr>
        <p:spPr bwMode="auto">
          <a:xfrm>
            <a:off x="419100" y="208394"/>
            <a:ext cx="2532118" cy="338328"/>
          </a:xfrm>
        </p:spPr>
        <p:txBody>
          <a:bodyPr rtlCol="0"/>
          <a:lstStyle>
            <a:lvl1pPr>
              <a:defRPr>
                <a:solidFill>
                  <a:schemeClr val="tx1"/>
                </a:solidFill>
              </a:defRPr>
            </a:lvl1pPr>
          </a:lstStyle>
          <a:p>
            <a:pPr rtl="0">
              <a:defRPr/>
            </a:pPr>
            <a:r>
              <a:rPr lang="fr"/>
              <a:t>Exemple de Texte de Pied de page</a:t>
            </a:r>
            <a:endParaRPr/>
          </a:p>
        </p:txBody>
      </p:sp>
      <p:sp>
        <p:nvSpPr>
          <p:cNvPr id="45694715" name="Espace réservé de la date 3"/>
          <p:cNvSpPr>
            <a:spLocks noGrp="1"/>
          </p:cNvSpPr>
          <p:nvPr>
            <p:ph type="dt" sz="half" idx="10"/>
          </p:nvPr>
        </p:nvSpPr>
        <p:spPr bwMode="auto">
          <a:xfrm>
            <a:off x="5867399" y="208394"/>
            <a:ext cx="2017548" cy="338328"/>
          </a:xfrm>
        </p:spPr>
        <p:txBody>
          <a:bodyPr rtlCol="0"/>
          <a:lstStyle>
            <a:lvl1pPr>
              <a:defRPr>
                <a:solidFill>
                  <a:schemeClr val="tx1"/>
                </a:solidFill>
              </a:defRPr>
            </a:lvl1pPr>
          </a:lstStyle>
          <a:p>
            <a:pPr rtl="0">
              <a:defRPr/>
            </a:pPr>
            <a:r>
              <a:rPr lang="en-US"/>
              <a:t>2/12/2025</a:t>
            </a:r>
            <a:endParaRPr lang="en-US"/>
          </a:p>
        </p:txBody>
      </p:sp>
      <p:sp>
        <p:nvSpPr>
          <p:cNvPr id="1677517519" name="Espace réservé du numéro de diapositive 5"/>
          <p:cNvSpPr>
            <a:spLocks noGrp="1"/>
          </p:cNvSpPr>
          <p:nvPr>
            <p:ph type="sldNum" sz="quarter" idx="12"/>
          </p:nvPr>
        </p:nvSpPr>
        <p:spPr bwMode="auto">
          <a:xfrm>
            <a:off x="11296588" y="208394"/>
            <a:ext cx="553156"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332915954" name="Espace réservé du contenu 7"/>
          <p:cNvSpPr>
            <a:spLocks noGrp="1"/>
          </p:cNvSpPr>
          <p:nvPr>
            <p:ph sz="quarter" idx="13"/>
          </p:nvPr>
        </p:nvSpPr>
        <p:spPr bwMode="auto">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7">
    <p:spTree>
      <p:nvGrpSpPr>
        <p:cNvPr id="1" name=""/>
        <p:cNvGrpSpPr/>
        <p:nvPr/>
      </p:nvGrpSpPr>
      <p:grpSpPr bwMode="auto">
        <a:xfrm>
          <a:off x="0" y="0"/>
          <a:ext cx="0" cy="0"/>
          <a:chOff x="0" y="0"/>
          <a:chExt cx="0" cy="0"/>
        </a:xfrm>
      </p:grpSpPr>
      <p:sp>
        <p:nvSpPr>
          <p:cNvPr id="493963853" name="Titre 1"/>
          <p:cNvSpPr>
            <a:spLocks noGrp="1"/>
          </p:cNvSpPr>
          <p:nvPr>
            <p:ph type="title"/>
          </p:nvPr>
        </p:nvSpPr>
        <p:spPr bwMode="auto">
          <a:xfrm>
            <a:off x="1866898" y="1828800"/>
            <a:ext cx="8496302" cy="1010093"/>
          </a:xfrm>
        </p:spPr>
        <p:txBody>
          <a:bodyPr rtlCol="0" anchor="b">
            <a:normAutofit/>
          </a:bodyPr>
          <a:lstStyle>
            <a:lvl1pPr>
              <a:defRPr sz="3000">
                <a:solidFill>
                  <a:schemeClr val="tx1"/>
                </a:solidFill>
              </a:defRPr>
            </a:lvl1pPr>
          </a:lstStyle>
          <a:p>
            <a:pPr rtl="0">
              <a:defRPr/>
            </a:pPr>
            <a:r>
              <a:rPr lang="fr"/>
              <a:t>Modifiez le style du titre</a:t>
            </a:r>
            <a:endParaRPr/>
          </a:p>
        </p:txBody>
      </p:sp>
      <p:sp>
        <p:nvSpPr>
          <p:cNvPr id="58887028" name="Espace réservé du pied de page 4"/>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lang="en-US"/>
          </a:p>
        </p:txBody>
      </p:sp>
      <p:sp>
        <p:nvSpPr>
          <p:cNvPr id="52647496" name="Espace réservé de la date 3"/>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291697484"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668588698" name="Espace réservé du contenu 7"/>
          <p:cNvSpPr>
            <a:spLocks noGrp="1"/>
          </p:cNvSpPr>
          <p:nvPr>
            <p:ph sz="quarter" idx="13"/>
          </p:nvPr>
        </p:nvSpPr>
        <p:spPr bwMode="auto">
          <a:xfrm>
            <a:off x="1866900" y="3168292"/>
            <a:ext cx="8496300" cy="2625406"/>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8">
    <p:spTree>
      <p:nvGrpSpPr>
        <p:cNvPr id="1" name=""/>
        <p:cNvGrpSpPr/>
        <p:nvPr/>
      </p:nvGrpSpPr>
      <p:grpSpPr bwMode="auto">
        <a:xfrm>
          <a:off x="0" y="0"/>
          <a:ext cx="0" cy="0"/>
          <a:chOff x="0" y="0"/>
          <a:chExt cx="0" cy="0"/>
        </a:xfrm>
      </p:grpSpPr>
      <p:sp>
        <p:nvSpPr>
          <p:cNvPr id="1188754398" name="Titre 1"/>
          <p:cNvSpPr>
            <a:spLocks noGrp="1"/>
          </p:cNvSpPr>
          <p:nvPr>
            <p:ph type="title"/>
          </p:nvPr>
        </p:nvSpPr>
        <p:spPr bwMode="auto">
          <a:xfrm>
            <a:off x="432393" y="1126457"/>
            <a:ext cx="3667167" cy="2889283"/>
          </a:xfrm>
        </p:spPr>
        <p:txBody>
          <a:bodyPr vert="horz" lIns="91440" tIns="45720" rIns="91440" bIns="45720" rtlCol="0" anchor="t">
            <a:normAutofit/>
          </a:bodyPr>
          <a:lstStyle>
            <a:lvl1pPr>
              <a:defRPr lang="en-US"/>
            </a:lvl1pPr>
          </a:lstStyle>
          <a:p>
            <a:pPr lvl="0" rtl="0">
              <a:defRPr/>
            </a:pPr>
            <a:r>
              <a:rPr lang="fr"/>
              <a:t>Modifiez le style du titre</a:t>
            </a:r>
            <a:endParaRPr/>
          </a:p>
        </p:txBody>
      </p:sp>
      <p:sp>
        <p:nvSpPr>
          <p:cNvPr id="716652140" name="Espace réservé du pied de page 4"/>
          <p:cNvSpPr>
            <a:spLocks noGrp="1"/>
          </p:cNvSpPr>
          <p:nvPr>
            <p:ph type="ftr" sz="quarter" idx="11"/>
          </p:nvPr>
        </p:nvSpPr>
        <p:spPr bwMode="auto">
          <a:xfrm>
            <a:off x="432393" y="214858"/>
            <a:ext cx="2726375" cy="338328"/>
          </a:xfrm>
        </p:spPr>
        <p:txBody>
          <a:bodyPr rtlCol="0"/>
          <a:lstStyle/>
          <a:p>
            <a:pPr rtl="0">
              <a:defRPr/>
            </a:pPr>
            <a:r>
              <a:rPr lang="fr"/>
              <a:t>Exemple de Texte de Pied de page</a:t>
            </a:r>
            <a:endParaRPr/>
          </a:p>
        </p:txBody>
      </p:sp>
      <p:sp>
        <p:nvSpPr>
          <p:cNvPr id="1217458559" name="Espace réservé de la date 3"/>
          <p:cNvSpPr>
            <a:spLocks noGrp="1"/>
          </p:cNvSpPr>
          <p:nvPr>
            <p:ph type="dt" sz="half" idx="10"/>
          </p:nvPr>
        </p:nvSpPr>
        <p:spPr bwMode="auto">
          <a:xfrm>
            <a:off x="4857677" y="214858"/>
            <a:ext cx="1522740" cy="338328"/>
          </a:xfrm>
        </p:spPr>
        <p:txBody>
          <a:bodyPr rtlCol="0"/>
          <a:lstStyle/>
          <a:p>
            <a:pPr rtl="0">
              <a:defRPr/>
            </a:pPr>
            <a:r>
              <a:rPr lang="en-US"/>
              <a:t>2/12/2025</a:t>
            </a:r>
            <a:endParaRPr/>
          </a:p>
        </p:txBody>
      </p:sp>
      <p:sp>
        <p:nvSpPr>
          <p:cNvPr id="1454756938" name="Espace réservé du numéro de diapositive 5"/>
          <p:cNvSpPr>
            <a:spLocks noGrp="1"/>
          </p:cNvSpPr>
          <p:nvPr>
            <p:ph type="sldNum" sz="quarter" idx="12"/>
          </p:nvPr>
        </p:nvSpPr>
        <p:spPr bwMode="auto">
          <a:xfrm>
            <a:off x="11291258" y="214858"/>
            <a:ext cx="555948" cy="338328"/>
          </a:xfrm>
        </p:spPr>
        <p:txBody>
          <a:bodyPr rtlCol="0"/>
          <a:lstStyle/>
          <a:p>
            <a:pPr rtl="0">
              <a:defRPr/>
            </a:pPr>
            <a:fld id="{8E274F5D-21DC-40EF-8DBA-AB9BB119E939}" type="slidenum">
              <a:rPr lang="en-US"/>
              <a:t>‹#›</a:t>
            </a:fld>
            <a:endParaRPr lang="en-US"/>
          </a:p>
        </p:txBody>
      </p:sp>
      <p:sp>
        <p:nvSpPr>
          <p:cNvPr id="1766857" name="Espace réservé du contenu 7"/>
          <p:cNvSpPr>
            <a:spLocks noGrp="1"/>
          </p:cNvSpPr>
          <p:nvPr>
            <p:ph sz="quarter" idx="13"/>
          </p:nvPr>
        </p:nvSpPr>
        <p:spPr bwMode="auto">
          <a:xfrm>
            <a:off x="4857677" y="1126457"/>
            <a:ext cx="5848423" cy="5121943"/>
          </a:xfrm>
        </p:spPr>
        <p:txBody>
          <a:bodyPr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9">
    <p:spTree>
      <p:nvGrpSpPr>
        <p:cNvPr id="1" name=""/>
        <p:cNvGrpSpPr/>
        <p:nvPr/>
      </p:nvGrpSpPr>
      <p:grpSpPr bwMode="auto">
        <a:xfrm>
          <a:off x="0" y="0"/>
          <a:ext cx="0" cy="0"/>
          <a:chOff x="0" y="0"/>
          <a:chExt cx="0" cy="0"/>
        </a:xfrm>
      </p:grpSpPr>
      <p:sp>
        <p:nvSpPr>
          <p:cNvPr id="1934883646" name="Titre 1"/>
          <p:cNvSpPr>
            <a:spLocks noGrp="1"/>
          </p:cNvSpPr>
          <p:nvPr>
            <p:ph type="title"/>
          </p:nvPr>
        </p:nvSpPr>
        <p:spPr bwMode="auto">
          <a:xfrm>
            <a:off x="432393" y="1126457"/>
            <a:ext cx="2920407" cy="2889283"/>
          </a:xfrm>
        </p:spPr>
        <p:txBody>
          <a:bodyPr vert="horz" lIns="91440" tIns="45720" rIns="91440" bIns="45720" rtlCol="0" anchor="t">
            <a:normAutofit/>
          </a:bodyPr>
          <a:lstStyle>
            <a:lvl1pPr>
              <a:defRPr lang="en-US"/>
            </a:lvl1pPr>
          </a:lstStyle>
          <a:p>
            <a:pPr lvl="0" rtl="0">
              <a:defRPr/>
            </a:pPr>
            <a:r>
              <a:rPr lang="fr"/>
              <a:t>Modifiez le style du titre</a:t>
            </a:r>
            <a:endParaRPr/>
          </a:p>
        </p:txBody>
      </p:sp>
      <p:sp>
        <p:nvSpPr>
          <p:cNvPr id="823872118" name="Espace réservé du pied de page 4"/>
          <p:cNvSpPr>
            <a:spLocks noGrp="1"/>
          </p:cNvSpPr>
          <p:nvPr>
            <p:ph type="ftr" sz="quarter" idx="11"/>
          </p:nvPr>
        </p:nvSpPr>
        <p:spPr bwMode="auto">
          <a:xfrm>
            <a:off x="432393" y="214858"/>
            <a:ext cx="2726375" cy="338328"/>
          </a:xfrm>
        </p:spPr>
        <p:txBody>
          <a:bodyPr rtlCol="0"/>
          <a:lstStyle/>
          <a:p>
            <a:pPr rtl="0">
              <a:defRPr/>
            </a:pPr>
            <a:r>
              <a:rPr lang="fr"/>
              <a:t>Exemple de Texte de Pied de page</a:t>
            </a:r>
            <a:endParaRPr/>
          </a:p>
        </p:txBody>
      </p:sp>
      <p:sp>
        <p:nvSpPr>
          <p:cNvPr id="612181538" name="Espace réservé de la date 3"/>
          <p:cNvSpPr>
            <a:spLocks noGrp="1"/>
          </p:cNvSpPr>
          <p:nvPr>
            <p:ph type="dt" sz="half" idx="10"/>
          </p:nvPr>
        </p:nvSpPr>
        <p:spPr bwMode="auto">
          <a:xfrm>
            <a:off x="4055522" y="214858"/>
            <a:ext cx="1811877" cy="338328"/>
          </a:xfrm>
        </p:spPr>
        <p:txBody>
          <a:bodyPr rtlCol="0"/>
          <a:lstStyle/>
          <a:p>
            <a:pPr rtl="0">
              <a:defRPr/>
            </a:pPr>
            <a:r>
              <a:rPr lang="en-US"/>
              <a:t>2/12/2025</a:t>
            </a:r>
            <a:endParaRPr lang="en-US"/>
          </a:p>
        </p:txBody>
      </p:sp>
      <p:sp>
        <p:nvSpPr>
          <p:cNvPr id="1319868058" name="Espace réservé du numéro de diapositive 5"/>
          <p:cNvSpPr>
            <a:spLocks noGrp="1"/>
          </p:cNvSpPr>
          <p:nvPr>
            <p:ph type="sldNum" sz="quarter" idx="12"/>
          </p:nvPr>
        </p:nvSpPr>
        <p:spPr bwMode="auto">
          <a:xfrm>
            <a:off x="11291258" y="214858"/>
            <a:ext cx="555948" cy="338328"/>
          </a:xfrm>
        </p:spPr>
        <p:txBody>
          <a:bodyPr rtlCol="0"/>
          <a:lstStyle/>
          <a:p>
            <a:pPr rtl="0">
              <a:defRPr/>
            </a:pPr>
            <a:fld id="{8E274F5D-21DC-40EF-8DBA-AB9BB119E939}" type="slidenum">
              <a:rPr lang="en-US"/>
              <a:t>‹#›</a:t>
            </a:fld>
            <a:endParaRPr lang="en-US"/>
          </a:p>
        </p:txBody>
      </p:sp>
      <p:sp>
        <p:nvSpPr>
          <p:cNvPr id="1788079912" name="Espace réservé du contenu 7"/>
          <p:cNvSpPr>
            <a:spLocks noGrp="1"/>
          </p:cNvSpPr>
          <p:nvPr>
            <p:ph sz="quarter" idx="13"/>
          </p:nvPr>
        </p:nvSpPr>
        <p:spPr bwMode="auto">
          <a:xfrm>
            <a:off x="4055523" y="1126457"/>
            <a:ext cx="7503203" cy="5121943"/>
          </a:xfrm>
        </p:spPr>
        <p:txBody>
          <a:bodyPr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p:spTree>
      <p:nvGrpSpPr>
        <p:cNvPr id="1" name=""/>
        <p:cNvGrpSpPr/>
        <p:nvPr/>
      </p:nvGrpSpPr>
      <p:grpSpPr bwMode="auto">
        <a:xfrm>
          <a:off x="0" y="0"/>
          <a:ext cx="0" cy="0"/>
          <a:chOff x="0" y="0"/>
          <a:chExt cx="0" cy="0"/>
        </a:xfrm>
      </p:grpSpPr>
      <p:sp>
        <p:nvSpPr>
          <p:cNvPr id="1066368410" name="Titre 1"/>
          <p:cNvSpPr>
            <a:spLocks noGrp="1"/>
          </p:cNvSpPr>
          <p:nvPr>
            <p:ph type="title"/>
          </p:nvPr>
        </p:nvSpPr>
        <p:spPr bwMode="auto">
          <a:xfrm>
            <a:off x="428436" y="1115568"/>
            <a:ext cx="2505264" cy="1624122"/>
          </a:xfrm>
        </p:spPr>
        <p:txBody>
          <a:bodyPr rtlCol="0" anchor="t"/>
          <a:lstStyle/>
          <a:p>
            <a:pPr rtl="0">
              <a:defRPr/>
            </a:pPr>
            <a:r>
              <a:rPr lang="fr"/>
              <a:t>Modifiez le style du titre</a:t>
            </a:r>
            <a:endParaRPr/>
          </a:p>
        </p:txBody>
      </p:sp>
      <p:sp>
        <p:nvSpPr>
          <p:cNvPr id="133384209" name="Espace réservé du pied de page 5"/>
          <p:cNvSpPr>
            <a:spLocks noGrp="1"/>
          </p:cNvSpPr>
          <p:nvPr>
            <p:ph type="ftr" sz="quarter" idx="11"/>
          </p:nvPr>
        </p:nvSpPr>
        <p:spPr bwMode="auto">
          <a:xfrm>
            <a:off x="429768" y="219456"/>
            <a:ext cx="2684048" cy="338328"/>
          </a:xfrm>
        </p:spPr>
        <p:txBody>
          <a:bodyPr rtlCol="0"/>
          <a:lstStyle/>
          <a:p>
            <a:pPr rtl="0">
              <a:defRPr/>
            </a:pPr>
            <a:r>
              <a:rPr lang="fr"/>
              <a:t>Exemple de Texte de Pied de page</a:t>
            </a:r>
            <a:endParaRPr/>
          </a:p>
        </p:txBody>
      </p:sp>
      <p:sp>
        <p:nvSpPr>
          <p:cNvPr id="1890162648" name="Espace réservé de la date 4"/>
          <p:cNvSpPr>
            <a:spLocks noGrp="1"/>
          </p:cNvSpPr>
          <p:nvPr>
            <p:ph type="dt" sz="half" idx="10"/>
          </p:nvPr>
        </p:nvSpPr>
        <p:spPr bwMode="auto">
          <a:xfrm>
            <a:off x="3374064" y="215823"/>
            <a:ext cx="1485900" cy="338328"/>
          </a:xfrm>
        </p:spPr>
        <p:txBody>
          <a:bodyPr rtlCol="0"/>
          <a:lstStyle>
            <a:lvl1pPr>
              <a:defRPr>
                <a:solidFill>
                  <a:schemeClr val="tx1"/>
                </a:solidFill>
              </a:defRPr>
            </a:lvl1pPr>
          </a:lstStyle>
          <a:p>
            <a:pPr rtl="0">
              <a:defRPr/>
            </a:pPr>
            <a:r>
              <a:rPr lang="en-US"/>
              <a:t>2/12/2025</a:t>
            </a:r>
            <a:endParaRPr lang="en-US"/>
          </a:p>
        </p:txBody>
      </p:sp>
      <p:sp>
        <p:nvSpPr>
          <p:cNvPr id="311497024" name="Espace réservé du numéro de diapositive 6"/>
          <p:cNvSpPr>
            <a:spLocks noGrp="1"/>
          </p:cNvSpPr>
          <p:nvPr>
            <p:ph type="sldNum" sz="quarter" idx="12"/>
          </p:nvPr>
        </p:nvSpPr>
        <p:spPr bwMode="auto">
          <a:xfrm>
            <a:off x="11298242" y="215823"/>
            <a:ext cx="549272" cy="338328"/>
          </a:xfrm>
        </p:spPr>
        <p:txBody>
          <a:bodyPr rtlCol="0"/>
          <a:lstStyle/>
          <a:p>
            <a:pPr rtl="0">
              <a:defRPr/>
            </a:pPr>
            <a:fld id="{8E274F5D-21DC-40EF-8DBA-AB9BB119E939}" type="slidenum">
              <a:rPr lang="en-US"/>
              <a:t>‹#›</a:t>
            </a:fld>
            <a:endParaRPr lang="en-US"/>
          </a:p>
        </p:txBody>
      </p:sp>
      <p:sp>
        <p:nvSpPr>
          <p:cNvPr id="1155551589" name="Espace réservé du contenu 7"/>
          <p:cNvSpPr>
            <a:spLocks noGrp="1"/>
          </p:cNvSpPr>
          <p:nvPr>
            <p:ph sz="quarter" idx="14"/>
          </p:nvPr>
        </p:nvSpPr>
        <p:spPr bwMode="auto">
          <a:xfrm>
            <a:off x="428436" y="3028523"/>
            <a:ext cx="2505264" cy="3410378"/>
          </a:xfrm>
        </p:spPr>
        <p:txBody>
          <a:bodyPr vert="horz" lIns="91440" tIns="45720" rIns="91440" bIns="45720" rtlCol="0" anchor="b">
            <a:normAutofit/>
          </a:bodyPr>
          <a:lstStyle>
            <a:lvl1pPr>
              <a:defRPr lang="en-US"/>
            </a:lvl1pPr>
            <a:lvl2pPr>
              <a:defRPr lang="en-US"/>
            </a:lvl2pPr>
            <a:lvl3pPr>
              <a:defRPr lang="en-US"/>
            </a:lvl3pPr>
            <a:lvl4pPr>
              <a:defRPr lang="en-US"/>
            </a:lvl4pPr>
            <a:lvl5pPr>
              <a:defRPr lang="en-US"/>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654853525" name="Espace réservé d’image 8"/>
          <p:cNvSpPr>
            <a:spLocks noGrp="1"/>
          </p:cNvSpPr>
          <p:nvPr>
            <p:ph type="pic" sz="quarter" idx="15" hasCustomPrompt="1"/>
          </p:nvPr>
        </p:nvSpPr>
        <p:spPr bwMode="auto">
          <a:xfrm>
            <a:off x="3374064" y="1181099"/>
            <a:ext cx="8817936" cy="5676900"/>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2">
    <p:spTree>
      <p:nvGrpSpPr>
        <p:cNvPr id="1" name=""/>
        <p:cNvGrpSpPr/>
        <p:nvPr/>
      </p:nvGrpSpPr>
      <p:grpSpPr bwMode="auto">
        <a:xfrm>
          <a:off x="0" y="0"/>
          <a:ext cx="0" cy="0"/>
          <a:chOff x="0" y="0"/>
          <a:chExt cx="0" cy="0"/>
        </a:xfrm>
      </p:grpSpPr>
      <p:sp>
        <p:nvSpPr>
          <p:cNvPr id="1664361938" name="Titre 1"/>
          <p:cNvSpPr>
            <a:spLocks noGrp="1"/>
          </p:cNvSpPr>
          <p:nvPr>
            <p:ph type="title"/>
          </p:nvPr>
        </p:nvSpPr>
        <p:spPr bwMode="auto">
          <a:xfrm>
            <a:off x="8815467" y="1115568"/>
            <a:ext cx="2505264" cy="1624122"/>
          </a:xfrm>
        </p:spPr>
        <p:txBody>
          <a:bodyPr rtlCol="0" anchor="t"/>
          <a:lstStyle/>
          <a:p>
            <a:pPr rtl="0">
              <a:defRPr/>
            </a:pPr>
            <a:r>
              <a:rPr lang="fr"/>
              <a:t>Modifiez le style du titre</a:t>
            </a:r>
            <a:endParaRPr/>
          </a:p>
        </p:txBody>
      </p:sp>
      <p:sp>
        <p:nvSpPr>
          <p:cNvPr id="895423907" name="Espace réservé du pied de page 5"/>
          <p:cNvSpPr>
            <a:spLocks noGrp="1"/>
          </p:cNvSpPr>
          <p:nvPr>
            <p:ph type="ftr" sz="quarter" idx="11"/>
          </p:nvPr>
        </p:nvSpPr>
        <p:spPr bwMode="auto">
          <a:xfrm>
            <a:off x="429768" y="219456"/>
            <a:ext cx="2684048" cy="338328"/>
          </a:xfrm>
        </p:spPr>
        <p:txBody>
          <a:bodyPr rtlCol="0"/>
          <a:lstStyle/>
          <a:p>
            <a:pPr rtl="0">
              <a:defRPr/>
            </a:pPr>
            <a:r>
              <a:rPr lang="fr"/>
              <a:t>Exemple de Texte de Pied de page</a:t>
            </a:r>
            <a:endParaRPr/>
          </a:p>
        </p:txBody>
      </p:sp>
      <p:sp>
        <p:nvSpPr>
          <p:cNvPr id="163644898" name="Espace réservé de la date 4"/>
          <p:cNvSpPr>
            <a:spLocks noGrp="1"/>
          </p:cNvSpPr>
          <p:nvPr>
            <p:ph type="dt" sz="half" idx="10"/>
          </p:nvPr>
        </p:nvSpPr>
        <p:spPr bwMode="auto">
          <a:xfrm>
            <a:off x="8815467" y="215823"/>
            <a:ext cx="1899259" cy="338328"/>
          </a:xfrm>
        </p:spPr>
        <p:txBody>
          <a:bodyPr rtlCol="0"/>
          <a:lstStyle>
            <a:lvl1pPr>
              <a:defRPr>
                <a:solidFill>
                  <a:schemeClr val="tx1"/>
                </a:solidFill>
              </a:defRPr>
            </a:lvl1pPr>
          </a:lstStyle>
          <a:p>
            <a:pPr rtl="0">
              <a:defRPr/>
            </a:pPr>
            <a:r>
              <a:rPr lang="en-US"/>
              <a:t>2/12/2025</a:t>
            </a:r>
            <a:endParaRPr lang="en-US"/>
          </a:p>
        </p:txBody>
      </p:sp>
      <p:sp>
        <p:nvSpPr>
          <p:cNvPr id="1739388908" name="Espace réservé du numéro de diapositive 6"/>
          <p:cNvSpPr>
            <a:spLocks noGrp="1"/>
          </p:cNvSpPr>
          <p:nvPr>
            <p:ph type="sldNum" sz="quarter" idx="12"/>
          </p:nvPr>
        </p:nvSpPr>
        <p:spPr bwMode="auto">
          <a:xfrm>
            <a:off x="11296650" y="215823"/>
            <a:ext cx="538545" cy="338328"/>
          </a:xfrm>
        </p:spPr>
        <p:txBody>
          <a:bodyPr rtlCol="0"/>
          <a:lstStyle/>
          <a:p>
            <a:pPr rtl="0">
              <a:defRPr/>
            </a:pPr>
            <a:fld id="{8E274F5D-21DC-40EF-8DBA-AB9BB119E939}" type="slidenum">
              <a:rPr lang="en-US"/>
              <a:t>‹#›</a:t>
            </a:fld>
            <a:endParaRPr lang="en-US"/>
          </a:p>
        </p:txBody>
      </p:sp>
      <p:sp>
        <p:nvSpPr>
          <p:cNvPr id="925711254" name="Espace réservé d’image 8"/>
          <p:cNvSpPr>
            <a:spLocks noGrp="1"/>
          </p:cNvSpPr>
          <p:nvPr>
            <p:ph type="pic" sz="quarter" idx="15" hasCustomPrompt="1"/>
          </p:nvPr>
        </p:nvSpPr>
        <p:spPr bwMode="auto">
          <a:xfrm>
            <a:off x="-1" y="1181099"/>
            <a:ext cx="8356833" cy="5676900"/>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736530447" name="Espace réservé du contenu 7"/>
          <p:cNvSpPr>
            <a:spLocks noGrp="1"/>
          </p:cNvSpPr>
          <p:nvPr>
            <p:ph sz="quarter" idx="14"/>
          </p:nvPr>
        </p:nvSpPr>
        <p:spPr bwMode="auto">
          <a:xfrm>
            <a:off x="8815467" y="3646713"/>
            <a:ext cx="2505264" cy="2728687"/>
          </a:xfrm>
        </p:spPr>
        <p:txBody>
          <a:bodyPr vert="horz" lIns="91440" tIns="45720" rIns="91440" bIns="45720" rtlCol="0" anchor="b">
            <a:normAutofit/>
          </a:bodyPr>
          <a:lstStyle>
            <a:lvl1pPr>
              <a:defRPr lang="en-US"/>
            </a:lvl1pPr>
            <a:lvl2pPr>
              <a:defRPr lang="en-US"/>
            </a:lvl2pPr>
            <a:lvl3pPr>
              <a:defRPr lang="en-US"/>
            </a:lvl3pPr>
            <a:lvl4pPr>
              <a:defRPr lang="en-US"/>
            </a:lvl4pPr>
            <a:lvl5pPr>
              <a:defRPr lang="en-US"/>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3">
    <p:spTree>
      <p:nvGrpSpPr>
        <p:cNvPr id="1" name=""/>
        <p:cNvGrpSpPr/>
        <p:nvPr/>
      </p:nvGrpSpPr>
      <p:grpSpPr bwMode="auto">
        <a:xfrm>
          <a:off x="0" y="0"/>
          <a:ext cx="0" cy="0"/>
          <a:chOff x="0" y="0"/>
          <a:chExt cx="0" cy="0"/>
        </a:xfrm>
      </p:grpSpPr>
      <p:sp>
        <p:nvSpPr>
          <p:cNvPr id="521015605" name="Titre 1"/>
          <p:cNvSpPr>
            <a:spLocks noGrp="1"/>
          </p:cNvSpPr>
          <p:nvPr>
            <p:ph type="title"/>
          </p:nvPr>
        </p:nvSpPr>
        <p:spPr bwMode="auto">
          <a:xfrm>
            <a:off x="419100" y="1115568"/>
            <a:ext cx="4000500" cy="1352516"/>
          </a:xfrm>
        </p:spPr>
        <p:txBody>
          <a:bodyPr rtlCol="0" anchor="t">
            <a:normAutofit/>
          </a:bodyPr>
          <a:lstStyle>
            <a:lvl1pPr>
              <a:defRPr sz="3000"/>
            </a:lvl1pPr>
          </a:lstStyle>
          <a:p>
            <a:pPr rtl="0">
              <a:defRPr/>
            </a:pPr>
            <a:r>
              <a:rPr lang="fr"/>
              <a:t>Modifiez le style du titre</a:t>
            </a:r>
            <a:endParaRPr/>
          </a:p>
        </p:txBody>
      </p:sp>
      <p:sp>
        <p:nvSpPr>
          <p:cNvPr id="517704767" name="Espace réservé du pied de page 5"/>
          <p:cNvSpPr>
            <a:spLocks noGrp="1"/>
          </p:cNvSpPr>
          <p:nvPr>
            <p:ph type="ftr" sz="quarter" idx="11"/>
          </p:nvPr>
        </p:nvSpPr>
        <p:spPr bwMode="auto">
          <a:xfrm>
            <a:off x="419100" y="219456"/>
            <a:ext cx="2727930" cy="338328"/>
          </a:xfrm>
        </p:spPr>
        <p:txBody>
          <a:bodyPr rtlCol="0"/>
          <a:lstStyle/>
          <a:p>
            <a:pPr rtl="0">
              <a:defRPr/>
            </a:pPr>
            <a:r>
              <a:rPr lang="fr"/>
              <a:t>Exemple de Texte de Pied de page</a:t>
            </a:r>
            <a:endParaRPr/>
          </a:p>
        </p:txBody>
      </p:sp>
      <p:sp>
        <p:nvSpPr>
          <p:cNvPr id="360326341" name="Espace réservé de la date 4"/>
          <p:cNvSpPr>
            <a:spLocks noGrp="1"/>
          </p:cNvSpPr>
          <p:nvPr>
            <p:ph type="dt" sz="half" idx="10"/>
          </p:nvPr>
        </p:nvSpPr>
        <p:spPr bwMode="auto">
          <a:xfrm>
            <a:off x="4847899" y="219456"/>
            <a:ext cx="1747774" cy="338328"/>
          </a:xfrm>
        </p:spPr>
        <p:txBody>
          <a:bodyPr rtlCol="0"/>
          <a:lstStyle/>
          <a:p>
            <a:pPr rtl="0">
              <a:defRPr/>
            </a:pPr>
            <a:r>
              <a:rPr lang="en-US"/>
              <a:t>2/12/2025</a:t>
            </a:r>
            <a:endParaRPr/>
          </a:p>
        </p:txBody>
      </p:sp>
      <p:sp>
        <p:nvSpPr>
          <p:cNvPr id="2029773349" name="Espace réservé du numéro de diapositive 6"/>
          <p:cNvSpPr>
            <a:spLocks noGrp="1"/>
          </p:cNvSpPr>
          <p:nvPr>
            <p:ph type="sldNum" sz="quarter" idx="12"/>
          </p:nvPr>
        </p:nvSpPr>
        <p:spPr bwMode="auto">
          <a:xfrm>
            <a:off x="11293948" y="216280"/>
            <a:ext cx="551113" cy="338328"/>
          </a:xfrm>
        </p:spPr>
        <p:txBody>
          <a:bodyPr rtlCol="0"/>
          <a:lstStyle/>
          <a:p>
            <a:pPr rtl="0">
              <a:defRPr/>
            </a:pPr>
            <a:fld id="{8E274F5D-21DC-40EF-8DBA-AB9BB119E939}" type="slidenum">
              <a:rPr lang="en-US"/>
              <a:t>‹#›</a:t>
            </a:fld>
            <a:endParaRPr lang="en-US"/>
          </a:p>
        </p:txBody>
      </p:sp>
      <p:sp>
        <p:nvSpPr>
          <p:cNvPr id="180714322" name="Espace réservé du contenu 7"/>
          <p:cNvSpPr>
            <a:spLocks noGrp="1"/>
          </p:cNvSpPr>
          <p:nvPr>
            <p:ph sz="quarter" idx="14"/>
          </p:nvPr>
        </p:nvSpPr>
        <p:spPr bwMode="auto">
          <a:xfrm>
            <a:off x="4847899" y="1104900"/>
            <a:ext cx="6925002" cy="1352516"/>
          </a:xfrm>
        </p:spPr>
        <p:txBody>
          <a:bodyPr rtlCol="0">
            <a:normAutofit/>
          </a:bodyPr>
          <a:lstStyle>
            <a:lvl1pPr marL="285750" indent="-285750">
              <a:buFont typeface="Arial"/>
              <a:buNone/>
              <a:defRPr sz="1400"/>
            </a:lvl1pPr>
            <a:lvl2pPr marL="514350" indent="-285750">
              <a:buFont typeface="Arial"/>
              <a:buNone/>
              <a:defRPr sz="1400"/>
            </a:lvl2pPr>
            <a:lvl3pPr marL="742950" indent="-285750">
              <a:buFont typeface="Arial"/>
              <a:buNone/>
              <a:defRPr sz="1400"/>
            </a:lvl3pPr>
            <a:lvl4pPr marL="857250" indent="-171450">
              <a:buFont typeface="Arial"/>
              <a:buNone/>
              <a:defRPr sz="1400"/>
            </a:lvl4pPr>
            <a:lvl5pPr marL="1085850" indent="-171450">
              <a:buFont typeface="Arial"/>
              <a:buNone/>
              <a:defRPr sz="1400"/>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544441763" name="Espace réservé d’image 2"/>
          <p:cNvSpPr>
            <a:spLocks noGrp="1"/>
          </p:cNvSpPr>
          <p:nvPr>
            <p:ph type="pic" sz="quarter" idx="15" hasCustomPrompt="1"/>
          </p:nvPr>
        </p:nvSpPr>
        <p:spPr bwMode="auto">
          <a:xfrm>
            <a:off x="0" y="2938509"/>
            <a:ext cx="12192000" cy="3919491"/>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4">
    <p:spTree>
      <p:nvGrpSpPr>
        <p:cNvPr id="1" name=""/>
        <p:cNvGrpSpPr/>
        <p:nvPr/>
      </p:nvGrpSpPr>
      <p:grpSpPr bwMode="auto">
        <a:xfrm>
          <a:off x="0" y="0"/>
          <a:ext cx="0" cy="0"/>
          <a:chOff x="0" y="0"/>
          <a:chExt cx="0" cy="0"/>
        </a:xfrm>
      </p:grpSpPr>
      <p:sp>
        <p:nvSpPr>
          <p:cNvPr id="147053782" name="Titre 1"/>
          <p:cNvSpPr>
            <a:spLocks noGrp="1"/>
          </p:cNvSpPr>
          <p:nvPr>
            <p:ph type="title"/>
          </p:nvPr>
        </p:nvSpPr>
        <p:spPr bwMode="auto">
          <a:xfrm>
            <a:off x="419100" y="1115568"/>
            <a:ext cx="2514600" cy="2918919"/>
          </a:xfrm>
        </p:spPr>
        <p:txBody>
          <a:bodyPr rtlCol="0" anchor="t"/>
          <a:lstStyle/>
          <a:p>
            <a:pPr rtl="0">
              <a:defRPr/>
            </a:pPr>
            <a:r>
              <a:rPr lang="fr"/>
              <a:t>Modifiez le style du titre</a:t>
            </a:r>
            <a:endParaRPr/>
          </a:p>
        </p:txBody>
      </p:sp>
      <p:sp>
        <p:nvSpPr>
          <p:cNvPr id="1188476830" name="Espace réservé du pied de page 5"/>
          <p:cNvSpPr>
            <a:spLocks noGrp="1"/>
          </p:cNvSpPr>
          <p:nvPr>
            <p:ph type="ftr" sz="quarter" idx="11"/>
          </p:nvPr>
        </p:nvSpPr>
        <p:spPr bwMode="auto">
          <a:xfrm>
            <a:off x="432393" y="214858"/>
            <a:ext cx="2514600" cy="338328"/>
          </a:xfrm>
        </p:spPr>
        <p:txBody>
          <a:bodyPr rtlCol="0"/>
          <a:lstStyle>
            <a:lvl1pPr>
              <a:defRPr>
                <a:solidFill>
                  <a:schemeClr val="tx1"/>
                </a:solidFill>
              </a:defRPr>
            </a:lvl1pPr>
          </a:lstStyle>
          <a:p>
            <a:pPr rtl="0">
              <a:defRPr/>
            </a:pPr>
            <a:r>
              <a:rPr lang="fr"/>
              <a:t>Exemple de Texte de Pied de page</a:t>
            </a:r>
            <a:endParaRPr/>
          </a:p>
        </p:txBody>
      </p:sp>
      <p:sp>
        <p:nvSpPr>
          <p:cNvPr id="796724107" name="Espace réservé d’image 8"/>
          <p:cNvSpPr>
            <a:spLocks noGrp="1"/>
          </p:cNvSpPr>
          <p:nvPr>
            <p:ph type="pic" sz="quarter" idx="15" hasCustomPrompt="1"/>
          </p:nvPr>
        </p:nvSpPr>
        <p:spPr bwMode="auto">
          <a:xfrm>
            <a:off x="3423747" y="0"/>
            <a:ext cx="8768253" cy="3985719"/>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696221296" name="Espace réservé de la date 4"/>
          <p:cNvSpPr>
            <a:spLocks noGrp="1"/>
          </p:cNvSpPr>
          <p:nvPr>
            <p:ph type="dt" sz="half" idx="10"/>
          </p:nvPr>
        </p:nvSpPr>
        <p:spPr bwMode="auto">
          <a:xfrm>
            <a:off x="3352800" y="4077628"/>
            <a:ext cx="1920240" cy="338328"/>
          </a:xfrm>
        </p:spPr>
        <p:txBody>
          <a:bodyPr rtlCol="0"/>
          <a:lstStyle/>
          <a:p>
            <a:pPr rtl="0">
              <a:defRPr/>
            </a:pPr>
            <a:r>
              <a:rPr lang="en-US"/>
              <a:t>2/12/2025</a:t>
            </a:r>
            <a:endParaRPr lang="en-US"/>
          </a:p>
        </p:txBody>
      </p:sp>
      <p:sp>
        <p:nvSpPr>
          <p:cNvPr id="2062111964" name="Espace réservé du numéro de diapositive 6"/>
          <p:cNvSpPr>
            <a:spLocks noGrp="1"/>
          </p:cNvSpPr>
          <p:nvPr>
            <p:ph type="sldNum" sz="quarter" idx="12"/>
          </p:nvPr>
        </p:nvSpPr>
        <p:spPr bwMode="auto">
          <a:xfrm>
            <a:off x="11291657" y="4077628"/>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347363477" name="Espace réservé du contenu 7"/>
          <p:cNvSpPr>
            <a:spLocks noGrp="1"/>
          </p:cNvSpPr>
          <p:nvPr>
            <p:ph sz="quarter" idx="14"/>
          </p:nvPr>
        </p:nvSpPr>
        <p:spPr bwMode="auto">
          <a:xfrm>
            <a:off x="3352800" y="4423576"/>
            <a:ext cx="8420100" cy="1824824"/>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5">
    <p:spTree>
      <p:nvGrpSpPr>
        <p:cNvPr id="1" name=""/>
        <p:cNvGrpSpPr/>
        <p:nvPr/>
      </p:nvGrpSpPr>
      <p:grpSpPr bwMode="auto">
        <a:xfrm>
          <a:off x="0" y="0"/>
          <a:ext cx="0" cy="0"/>
          <a:chOff x="0" y="0"/>
          <a:chExt cx="0" cy="0"/>
        </a:xfrm>
      </p:grpSpPr>
      <p:sp>
        <p:nvSpPr>
          <p:cNvPr id="1202435888" name="Titre 1"/>
          <p:cNvSpPr>
            <a:spLocks noGrp="1"/>
          </p:cNvSpPr>
          <p:nvPr>
            <p:ph type="title"/>
          </p:nvPr>
        </p:nvSpPr>
        <p:spPr bwMode="auto">
          <a:xfrm>
            <a:off x="7777906" y="1115568"/>
            <a:ext cx="3608254" cy="1389582"/>
          </a:xfrm>
        </p:spPr>
        <p:txBody>
          <a:bodyPr rtlCol="0" anchor="t"/>
          <a:lstStyle/>
          <a:p>
            <a:pPr rtl="0">
              <a:defRPr/>
            </a:pPr>
            <a:r>
              <a:rPr lang="fr"/>
              <a:t>Modifiez le style du titre</a:t>
            </a:r>
            <a:endParaRPr/>
          </a:p>
        </p:txBody>
      </p:sp>
      <p:sp>
        <p:nvSpPr>
          <p:cNvPr id="1306739469" name="Espace réservé du pied de page 5"/>
          <p:cNvSpPr>
            <a:spLocks noGrp="1"/>
          </p:cNvSpPr>
          <p:nvPr>
            <p:ph type="ftr" sz="quarter" idx="11"/>
          </p:nvPr>
        </p:nvSpPr>
        <p:spPr bwMode="auto">
          <a:xfrm>
            <a:off x="429768" y="219456"/>
            <a:ext cx="2647915" cy="338328"/>
          </a:xfrm>
        </p:spPr>
        <p:txBody>
          <a:bodyPr rtlCol="0"/>
          <a:lstStyle/>
          <a:p>
            <a:pPr rtl="0">
              <a:defRPr/>
            </a:pPr>
            <a:r>
              <a:rPr lang="fr"/>
              <a:t>Exemple de Texte de Pied de page</a:t>
            </a:r>
            <a:endParaRPr/>
          </a:p>
        </p:txBody>
      </p:sp>
      <p:sp>
        <p:nvSpPr>
          <p:cNvPr id="2128843072" name="Espace réservé de la date 4"/>
          <p:cNvSpPr>
            <a:spLocks noGrp="1"/>
          </p:cNvSpPr>
          <p:nvPr>
            <p:ph type="dt" sz="half" idx="10"/>
          </p:nvPr>
        </p:nvSpPr>
        <p:spPr bwMode="auto">
          <a:xfrm>
            <a:off x="7777905" y="219456"/>
            <a:ext cx="1586711" cy="338328"/>
          </a:xfrm>
        </p:spPr>
        <p:txBody>
          <a:bodyPr rtlCol="0"/>
          <a:lstStyle>
            <a:lvl1pPr>
              <a:defRPr>
                <a:solidFill>
                  <a:schemeClr val="tx1"/>
                </a:solidFill>
              </a:defRPr>
            </a:lvl1pPr>
          </a:lstStyle>
          <a:p>
            <a:pPr rtl="0">
              <a:defRPr/>
            </a:pPr>
            <a:r>
              <a:rPr lang="en-US"/>
              <a:t>2/12/2025</a:t>
            </a:r>
            <a:endParaRPr/>
          </a:p>
        </p:txBody>
      </p:sp>
      <p:sp>
        <p:nvSpPr>
          <p:cNvPr id="1866396085" name="Espace réservé du numéro de diapositive 6"/>
          <p:cNvSpPr>
            <a:spLocks noGrp="1"/>
          </p:cNvSpPr>
          <p:nvPr>
            <p:ph type="sldNum" sz="quarter" idx="12"/>
          </p:nvPr>
        </p:nvSpPr>
        <p:spPr bwMode="auto"/>
        <p:txBody>
          <a:bodyPr rtlCol="0"/>
          <a:lstStyle/>
          <a:p>
            <a:pPr rtl="0">
              <a:defRPr/>
            </a:pPr>
            <a:fld id="{8E274F5D-21DC-40EF-8DBA-AB9BB119E939}" type="slidenum">
              <a:rPr lang="en-US"/>
              <a:t>‹#›</a:t>
            </a:fld>
            <a:endParaRPr lang="en-US"/>
          </a:p>
        </p:txBody>
      </p:sp>
      <p:sp>
        <p:nvSpPr>
          <p:cNvPr id="2006170056" name="Espace réservé d’image 3"/>
          <p:cNvSpPr>
            <a:spLocks noGrp="1"/>
          </p:cNvSpPr>
          <p:nvPr>
            <p:ph type="pic" sz="quarter" idx="15" hasCustomPrompt="1"/>
          </p:nvPr>
        </p:nvSpPr>
        <p:spPr bwMode="auto">
          <a:xfrm>
            <a:off x="0" y="1181099"/>
            <a:ext cx="7336219" cy="5676900"/>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927619850" name="Espace réservé du contenu 7"/>
          <p:cNvSpPr>
            <a:spLocks noGrp="1"/>
          </p:cNvSpPr>
          <p:nvPr>
            <p:ph sz="quarter" idx="14"/>
          </p:nvPr>
        </p:nvSpPr>
        <p:spPr bwMode="auto">
          <a:xfrm>
            <a:off x="7777904" y="2705100"/>
            <a:ext cx="3608255" cy="3733800"/>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6">
    <p:spTree>
      <p:nvGrpSpPr>
        <p:cNvPr id="1" name=""/>
        <p:cNvGrpSpPr/>
        <p:nvPr/>
      </p:nvGrpSpPr>
      <p:grpSpPr bwMode="auto">
        <a:xfrm>
          <a:off x="0" y="0"/>
          <a:ext cx="0" cy="0"/>
          <a:chOff x="0" y="0"/>
          <a:chExt cx="0" cy="0"/>
        </a:xfrm>
      </p:grpSpPr>
      <p:sp>
        <p:nvSpPr>
          <p:cNvPr id="496679615" name="Titre 1"/>
          <p:cNvSpPr>
            <a:spLocks noGrp="1"/>
          </p:cNvSpPr>
          <p:nvPr>
            <p:ph type="title"/>
          </p:nvPr>
        </p:nvSpPr>
        <p:spPr bwMode="auto">
          <a:xfrm>
            <a:off x="5881339" y="1115568"/>
            <a:ext cx="5247577" cy="994131"/>
          </a:xfrm>
        </p:spPr>
        <p:txBody>
          <a:bodyPr rtlCol="0" anchor="t"/>
          <a:lstStyle/>
          <a:p>
            <a:pPr rtl="0">
              <a:defRPr/>
            </a:pPr>
            <a:r>
              <a:rPr lang="fr"/>
              <a:t>Modifiez le style du titre</a:t>
            </a:r>
            <a:endParaRPr/>
          </a:p>
        </p:txBody>
      </p:sp>
      <p:sp>
        <p:nvSpPr>
          <p:cNvPr id="244790777" name="Espace réservé du pied de page 5"/>
          <p:cNvSpPr>
            <a:spLocks noGrp="1"/>
          </p:cNvSpPr>
          <p:nvPr>
            <p:ph type="ftr" sz="quarter" idx="11"/>
          </p:nvPr>
        </p:nvSpPr>
        <p:spPr bwMode="auto">
          <a:xfrm>
            <a:off x="429768" y="219456"/>
            <a:ext cx="2933699" cy="338328"/>
          </a:xfrm>
        </p:spPr>
        <p:txBody>
          <a:bodyPr rtlCol="0"/>
          <a:lstStyle/>
          <a:p>
            <a:pPr rtl="0">
              <a:defRPr/>
            </a:pPr>
            <a:r>
              <a:rPr lang="fr"/>
              <a:t>Exemple de Texte de Pied de page</a:t>
            </a:r>
            <a:endParaRPr/>
          </a:p>
        </p:txBody>
      </p:sp>
      <p:sp>
        <p:nvSpPr>
          <p:cNvPr id="596102876" name="Espace réservé de la date 4"/>
          <p:cNvSpPr>
            <a:spLocks noGrp="1"/>
          </p:cNvSpPr>
          <p:nvPr>
            <p:ph type="dt" sz="half" idx="10"/>
          </p:nvPr>
        </p:nvSpPr>
        <p:spPr bwMode="auto">
          <a:xfrm>
            <a:off x="5896579" y="209088"/>
            <a:ext cx="1844044" cy="338328"/>
          </a:xfrm>
        </p:spPr>
        <p:txBody>
          <a:bodyPr rtlCol="0"/>
          <a:lstStyle>
            <a:lvl1pPr>
              <a:defRPr>
                <a:solidFill>
                  <a:schemeClr val="tx1"/>
                </a:solidFill>
              </a:defRPr>
            </a:lvl1pPr>
          </a:lstStyle>
          <a:p>
            <a:pPr rtl="0">
              <a:defRPr/>
            </a:pPr>
            <a:r>
              <a:rPr lang="en-US"/>
              <a:t>2/12/2025</a:t>
            </a:r>
            <a:endParaRPr lang="en-US"/>
          </a:p>
        </p:txBody>
      </p:sp>
      <p:sp>
        <p:nvSpPr>
          <p:cNvPr id="1222340376" name="Espace réservé du numéro de diapositive 6"/>
          <p:cNvSpPr>
            <a:spLocks noGrp="1"/>
          </p:cNvSpPr>
          <p:nvPr>
            <p:ph type="sldNum" sz="quarter" idx="12"/>
          </p:nvPr>
        </p:nvSpPr>
        <p:spPr bwMode="auto">
          <a:xfrm>
            <a:off x="11334185" y="209088"/>
            <a:ext cx="555948" cy="338328"/>
          </a:xfrm>
        </p:spPr>
        <p:txBody>
          <a:bodyPr rtlCol="0"/>
          <a:lstStyle/>
          <a:p>
            <a:pPr rtl="0">
              <a:defRPr/>
            </a:pPr>
            <a:fld id="{8E274F5D-21DC-40EF-8DBA-AB9BB119E939}" type="slidenum">
              <a:rPr lang="en-US"/>
              <a:t>‹#›</a:t>
            </a:fld>
            <a:endParaRPr lang="en-US"/>
          </a:p>
        </p:txBody>
      </p:sp>
      <p:sp>
        <p:nvSpPr>
          <p:cNvPr id="905379858" name="Espace réservé d’image 3"/>
          <p:cNvSpPr>
            <a:spLocks noGrp="1"/>
          </p:cNvSpPr>
          <p:nvPr>
            <p:ph type="pic" sz="quarter" idx="15" hasCustomPrompt="1"/>
          </p:nvPr>
        </p:nvSpPr>
        <p:spPr bwMode="auto">
          <a:xfrm>
            <a:off x="0" y="1181099"/>
            <a:ext cx="5247577" cy="5676900"/>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910240488" name="Espace réservé du contenu 7"/>
          <p:cNvSpPr>
            <a:spLocks noGrp="1"/>
          </p:cNvSpPr>
          <p:nvPr>
            <p:ph sz="quarter" idx="14"/>
          </p:nvPr>
        </p:nvSpPr>
        <p:spPr bwMode="auto">
          <a:xfrm>
            <a:off x="5881339" y="2133600"/>
            <a:ext cx="5247577" cy="4114800"/>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7">
    <p:spTree>
      <p:nvGrpSpPr>
        <p:cNvPr id="1" name=""/>
        <p:cNvGrpSpPr/>
        <p:nvPr/>
      </p:nvGrpSpPr>
      <p:grpSpPr bwMode="auto">
        <a:xfrm>
          <a:off x="0" y="0"/>
          <a:ext cx="0" cy="0"/>
          <a:chOff x="0" y="0"/>
          <a:chExt cx="0" cy="0"/>
        </a:xfrm>
      </p:grpSpPr>
      <p:sp>
        <p:nvSpPr>
          <p:cNvPr id="708389485" name="Titre 1"/>
          <p:cNvSpPr>
            <a:spLocks noGrp="1"/>
          </p:cNvSpPr>
          <p:nvPr>
            <p:ph type="title"/>
          </p:nvPr>
        </p:nvSpPr>
        <p:spPr bwMode="auto">
          <a:xfrm>
            <a:off x="419099" y="1115568"/>
            <a:ext cx="4643555" cy="1600200"/>
          </a:xfrm>
        </p:spPr>
        <p:txBody>
          <a:bodyPr rtlCol="0" anchor="t"/>
          <a:lstStyle/>
          <a:p>
            <a:pPr rtl="0">
              <a:defRPr/>
            </a:pPr>
            <a:r>
              <a:rPr lang="fr"/>
              <a:t>Modifiez le style du titre</a:t>
            </a:r>
            <a:endParaRPr/>
          </a:p>
        </p:txBody>
      </p:sp>
      <p:sp>
        <p:nvSpPr>
          <p:cNvPr id="1499356005" name="Espace réservé du pied de page 5"/>
          <p:cNvSpPr>
            <a:spLocks noGrp="1"/>
          </p:cNvSpPr>
          <p:nvPr>
            <p:ph type="ftr" sz="quarter" idx="11"/>
          </p:nvPr>
        </p:nvSpPr>
        <p:spPr bwMode="auto">
          <a:xfrm>
            <a:off x="419100" y="205546"/>
            <a:ext cx="2478874" cy="338328"/>
          </a:xfrm>
        </p:spPr>
        <p:txBody>
          <a:bodyPr rtlCol="0"/>
          <a:lstStyle/>
          <a:p>
            <a:pPr rtl="0">
              <a:defRPr/>
            </a:pPr>
            <a:r>
              <a:rPr lang="fr"/>
              <a:t>Exemple de Texte de Pied de page</a:t>
            </a:r>
            <a:endParaRPr/>
          </a:p>
        </p:txBody>
      </p:sp>
      <p:sp>
        <p:nvSpPr>
          <p:cNvPr id="729874624" name="Espace réservé de la date 4"/>
          <p:cNvSpPr>
            <a:spLocks noGrp="1"/>
          </p:cNvSpPr>
          <p:nvPr>
            <p:ph type="dt" sz="half" idx="10"/>
          </p:nvPr>
        </p:nvSpPr>
        <p:spPr bwMode="auto">
          <a:xfrm>
            <a:off x="5867399" y="208604"/>
            <a:ext cx="2450799" cy="338328"/>
          </a:xfrm>
        </p:spPr>
        <p:txBody>
          <a:bodyPr rtlCol="0"/>
          <a:lstStyle>
            <a:lvl1pPr>
              <a:defRPr>
                <a:solidFill>
                  <a:schemeClr val="tx1"/>
                </a:solidFill>
              </a:defRPr>
            </a:lvl1pPr>
          </a:lstStyle>
          <a:p>
            <a:pPr rtl="0">
              <a:defRPr/>
            </a:pPr>
            <a:r>
              <a:rPr lang="en-US"/>
              <a:t>2/12/2025</a:t>
            </a:r>
            <a:endParaRPr lang="en-US"/>
          </a:p>
        </p:txBody>
      </p:sp>
      <p:sp>
        <p:nvSpPr>
          <p:cNvPr id="2106434280" name="Espace réservé du numéro de diapositive 6"/>
          <p:cNvSpPr>
            <a:spLocks noGrp="1"/>
          </p:cNvSpPr>
          <p:nvPr>
            <p:ph type="sldNum" sz="quarter" idx="12"/>
          </p:nvPr>
        </p:nvSpPr>
        <p:spPr bwMode="auto"/>
        <p:txBody>
          <a:bodyPr rtlCol="0"/>
          <a:lstStyle/>
          <a:p>
            <a:pPr rtl="0">
              <a:defRPr/>
            </a:pPr>
            <a:fld id="{8E274F5D-21DC-40EF-8DBA-AB9BB119E939}" type="slidenum">
              <a:rPr lang="en-US"/>
              <a:t>‹#›</a:t>
            </a:fld>
            <a:endParaRPr lang="en-US"/>
          </a:p>
        </p:txBody>
      </p:sp>
      <p:sp>
        <p:nvSpPr>
          <p:cNvPr id="260575575" name="Espace réservé d’image 3"/>
          <p:cNvSpPr>
            <a:spLocks noGrp="1"/>
          </p:cNvSpPr>
          <p:nvPr>
            <p:ph type="pic" sz="quarter" idx="15" hasCustomPrompt="1"/>
          </p:nvPr>
        </p:nvSpPr>
        <p:spPr bwMode="auto">
          <a:xfrm>
            <a:off x="5964766" y="1181099"/>
            <a:ext cx="5352086" cy="2615648"/>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686066639" name="Espace réservé du contenu 7"/>
          <p:cNvSpPr>
            <a:spLocks noGrp="1"/>
          </p:cNvSpPr>
          <p:nvPr>
            <p:ph sz="quarter" idx="14"/>
          </p:nvPr>
        </p:nvSpPr>
        <p:spPr bwMode="auto">
          <a:xfrm>
            <a:off x="5867398" y="4055164"/>
            <a:ext cx="5449453" cy="2193236"/>
          </a:xfrm>
        </p:spPr>
        <p:txBody>
          <a:bodyPr vert="horz" lIns="91440" tIns="45720" rIns="91440" bIns="45720" rtlCol="0" anchor="t">
            <a:normAutofit/>
          </a:bodyPr>
          <a:lstStyle>
            <a:lvl1pPr>
              <a:defRPr lang="en-US"/>
            </a:lvl1pPr>
            <a:lvl2pPr>
              <a:defRPr lang="en-US"/>
            </a:lvl2pPr>
            <a:lvl3pPr>
              <a:defRPr lang="en-US"/>
            </a:lvl3pPr>
            <a:lvl4pPr>
              <a:defRPr lang="en-US"/>
            </a:lvl4pPr>
            <a:lvl5pPr>
              <a:defRPr lang="en-US"/>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8">
    <p:spTree>
      <p:nvGrpSpPr>
        <p:cNvPr id="1" name=""/>
        <p:cNvGrpSpPr/>
        <p:nvPr/>
      </p:nvGrpSpPr>
      <p:grpSpPr bwMode="auto">
        <a:xfrm>
          <a:off x="0" y="0"/>
          <a:ext cx="0" cy="0"/>
          <a:chOff x="0" y="0"/>
          <a:chExt cx="0" cy="0"/>
        </a:xfrm>
      </p:grpSpPr>
      <p:sp>
        <p:nvSpPr>
          <p:cNvPr id="613444029" name="Titre 1"/>
          <p:cNvSpPr>
            <a:spLocks noGrp="1"/>
          </p:cNvSpPr>
          <p:nvPr>
            <p:ph type="title"/>
          </p:nvPr>
        </p:nvSpPr>
        <p:spPr bwMode="auto">
          <a:xfrm>
            <a:off x="426057" y="1115568"/>
            <a:ext cx="3607670" cy="3170545"/>
          </a:xfrm>
        </p:spPr>
        <p:txBody>
          <a:bodyPr rtlCol="0" anchor="t">
            <a:normAutofit/>
          </a:bodyPr>
          <a:lstStyle>
            <a:lvl1pPr>
              <a:defRPr sz="3000"/>
            </a:lvl1pPr>
          </a:lstStyle>
          <a:p>
            <a:pPr rtl="0">
              <a:defRPr/>
            </a:pPr>
            <a:r>
              <a:rPr lang="fr"/>
              <a:t>Modifiez le style du titre</a:t>
            </a:r>
            <a:endParaRPr/>
          </a:p>
        </p:txBody>
      </p:sp>
      <p:sp>
        <p:nvSpPr>
          <p:cNvPr id="448956021" name="Espace réservé du pied de page 5"/>
          <p:cNvSpPr>
            <a:spLocks noGrp="1"/>
          </p:cNvSpPr>
          <p:nvPr>
            <p:ph type="ftr" sz="quarter" idx="11"/>
          </p:nvPr>
        </p:nvSpPr>
        <p:spPr bwMode="auto">
          <a:xfrm>
            <a:off x="429768" y="214858"/>
            <a:ext cx="2597106" cy="338328"/>
          </a:xfrm>
        </p:spPr>
        <p:txBody>
          <a:bodyPr rtlCol="0"/>
          <a:lstStyle/>
          <a:p>
            <a:pPr rtl="0">
              <a:defRPr/>
            </a:pPr>
            <a:r>
              <a:rPr lang="fr"/>
              <a:t>Exemple de Texte de Pied de page</a:t>
            </a:r>
            <a:endParaRPr/>
          </a:p>
        </p:txBody>
      </p:sp>
      <p:sp>
        <p:nvSpPr>
          <p:cNvPr id="1697992269" name="Espace réservé de la date 4"/>
          <p:cNvSpPr>
            <a:spLocks noGrp="1"/>
          </p:cNvSpPr>
          <p:nvPr>
            <p:ph type="dt" sz="half" idx="10"/>
          </p:nvPr>
        </p:nvSpPr>
        <p:spPr bwMode="auto">
          <a:xfrm>
            <a:off x="4845909" y="214858"/>
            <a:ext cx="1586711" cy="338328"/>
          </a:xfrm>
        </p:spPr>
        <p:txBody>
          <a:bodyPr rtlCol="0"/>
          <a:lstStyle/>
          <a:p>
            <a:pPr rtl="0">
              <a:defRPr/>
            </a:pPr>
            <a:r>
              <a:rPr lang="en-US"/>
              <a:t>2/12/2025</a:t>
            </a:r>
            <a:endParaRPr/>
          </a:p>
        </p:txBody>
      </p:sp>
      <p:sp>
        <p:nvSpPr>
          <p:cNvPr id="1179246521" name="Espace réservé du numéro de diapositive 6"/>
          <p:cNvSpPr>
            <a:spLocks noGrp="1"/>
          </p:cNvSpPr>
          <p:nvPr>
            <p:ph type="sldNum" sz="quarter" idx="12"/>
          </p:nvPr>
        </p:nvSpPr>
        <p:spPr bwMode="auto">
          <a:xfrm>
            <a:off x="11297610" y="214858"/>
            <a:ext cx="555948" cy="338328"/>
          </a:xfrm>
        </p:spPr>
        <p:txBody>
          <a:bodyPr rtlCol="0"/>
          <a:lstStyle/>
          <a:p>
            <a:pPr rtl="0">
              <a:defRPr/>
            </a:pPr>
            <a:fld id="{8E274F5D-21DC-40EF-8DBA-AB9BB119E939}" type="slidenum">
              <a:rPr lang="en-US"/>
              <a:t>‹#›</a:t>
            </a:fld>
            <a:endParaRPr lang="en-US"/>
          </a:p>
        </p:txBody>
      </p:sp>
      <p:sp>
        <p:nvSpPr>
          <p:cNvPr id="184037305" name="Espace réservé du contenu 7"/>
          <p:cNvSpPr>
            <a:spLocks noGrp="1"/>
          </p:cNvSpPr>
          <p:nvPr>
            <p:ph sz="quarter" idx="14"/>
          </p:nvPr>
        </p:nvSpPr>
        <p:spPr bwMode="auto">
          <a:xfrm>
            <a:off x="4845909" y="1112672"/>
            <a:ext cx="6926991" cy="1967808"/>
          </a:xfrm>
        </p:spPr>
        <p:txBody>
          <a:bodyPr rtlCol="0">
            <a:normAutofit/>
          </a:bodyPr>
          <a:lstStyle>
            <a:lvl1pPr marL="0" indent="0">
              <a:buFont typeface="Arial"/>
              <a:buNone/>
              <a:defRPr sz="1400"/>
            </a:lvl1pPr>
            <a:lvl2pPr marL="228600" indent="0">
              <a:buFont typeface="Arial"/>
              <a:buNone/>
              <a:defRPr sz="1400"/>
            </a:lvl2pPr>
            <a:lvl3pPr marL="457200" indent="0">
              <a:buFont typeface="Arial"/>
              <a:buNone/>
              <a:defRPr sz="1400"/>
            </a:lvl3pPr>
            <a:lvl4pPr marL="685800" indent="0">
              <a:buFont typeface="Arial"/>
              <a:buNone/>
              <a:defRPr sz="1400"/>
            </a:lvl4pPr>
            <a:lvl5pPr marL="914400" indent="0">
              <a:buFont typeface="Arial"/>
              <a:buNone/>
              <a:defRPr sz="1400"/>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734344921" name="Espace réservé d’image 3"/>
          <p:cNvSpPr>
            <a:spLocks noGrp="1"/>
          </p:cNvSpPr>
          <p:nvPr>
            <p:ph type="pic" sz="quarter" idx="15" hasCustomPrompt="1"/>
          </p:nvPr>
        </p:nvSpPr>
        <p:spPr bwMode="auto">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fill="norm" stroke="1" extrusionOk="0">
                <a:moveTo>
                  <a:pt x="0" y="0"/>
                </a:moveTo>
                <a:lnTo>
                  <a:pt x="7391400" y="0"/>
                </a:lnTo>
                <a:lnTo>
                  <a:pt x="7391400" y="3018269"/>
                </a:lnTo>
                <a:lnTo>
                  <a:pt x="0" y="3018269"/>
                </a:lnTo>
                <a:close/>
              </a:path>
            </a:pathLst>
          </a:custGeom>
          <a:blipFill rotWithShape="1">
            <a:blip r:embed="rId2">
              <a:alphaModFix amt="60000"/>
            </a:blip>
            <a:stretch/>
          </a:blipFill>
        </p:spPr>
        <p:txBody>
          <a:bodyPr wrap="square" rtlCol="0">
            <a:noAutofit/>
          </a:bodyPr>
          <a:lstStyle>
            <a:lvl1pPr marL="0" indent="0">
              <a:buNone/>
              <a:defRPr/>
            </a:lvl1pPr>
          </a:lstStyle>
          <a:p>
            <a:pPr rtl="0">
              <a:defRPr/>
            </a:pPr>
            <a:r>
              <a:rPr lang="fr"/>
              <a:t>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9">
    <p:spTree>
      <p:nvGrpSpPr>
        <p:cNvPr id="1" name=""/>
        <p:cNvGrpSpPr/>
        <p:nvPr/>
      </p:nvGrpSpPr>
      <p:grpSpPr bwMode="auto">
        <a:xfrm>
          <a:off x="0" y="0"/>
          <a:ext cx="0" cy="0"/>
          <a:chOff x="0" y="0"/>
          <a:chExt cx="0" cy="0"/>
        </a:xfrm>
      </p:grpSpPr>
      <p:sp>
        <p:nvSpPr>
          <p:cNvPr id="1280791954" name="Titre 1"/>
          <p:cNvSpPr>
            <a:spLocks noGrp="1"/>
          </p:cNvSpPr>
          <p:nvPr>
            <p:ph type="title"/>
          </p:nvPr>
        </p:nvSpPr>
        <p:spPr bwMode="auto">
          <a:xfrm>
            <a:off x="432393" y="3429001"/>
            <a:ext cx="2501307" cy="2551982"/>
          </a:xfrm>
        </p:spPr>
        <p:txBody>
          <a:bodyPr rtlCol="0" anchor="t">
            <a:normAutofit/>
          </a:bodyPr>
          <a:lstStyle>
            <a:lvl1pPr>
              <a:defRPr sz="3000"/>
            </a:lvl1pPr>
          </a:lstStyle>
          <a:p>
            <a:pPr rtl="0">
              <a:defRPr/>
            </a:pPr>
            <a:r>
              <a:rPr lang="fr"/>
              <a:t>Modifiez le style du titre</a:t>
            </a:r>
            <a:endParaRPr/>
          </a:p>
        </p:txBody>
      </p:sp>
      <p:sp>
        <p:nvSpPr>
          <p:cNvPr id="1019874902" name="Espace réservé d’image 2"/>
          <p:cNvSpPr>
            <a:spLocks noGrp="1"/>
          </p:cNvSpPr>
          <p:nvPr>
            <p:ph type="pic" sz="quarter" idx="15" hasCustomPrompt="1"/>
          </p:nvPr>
        </p:nvSpPr>
        <p:spPr bwMode="auto">
          <a:xfrm>
            <a:off x="0" y="1"/>
            <a:ext cx="12192000" cy="2705099"/>
          </a:xfrm>
          <a:prstGeom prst="rect">
            <a:avLst/>
          </a:prstGeom>
          <a:blipFill rotWithShape="1">
            <a:blip r:embed="rId2">
              <a:alphaModFix amt="60000"/>
            </a:blip>
            <a:stretch/>
          </a:blipFill>
        </p:spPr>
        <p:txBody>
          <a:bodyPr rtlCol="0"/>
          <a:lstStyle>
            <a:lvl1pPr>
              <a:defRPr/>
            </a:lvl1pPr>
          </a:lstStyle>
          <a:p>
            <a:pPr rtl="0">
              <a:defRPr/>
            </a:pPr>
            <a:r>
              <a:rPr lang="fr"/>
              <a:t>   </a:t>
            </a:r>
            <a:endParaRPr/>
          </a:p>
        </p:txBody>
      </p:sp>
      <p:sp>
        <p:nvSpPr>
          <p:cNvPr id="806900325" name="Espace réservé du pied de page 5"/>
          <p:cNvSpPr>
            <a:spLocks noGrp="1"/>
          </p:cNvSpPr>
          <p:nvPr>
            <p:ph type="ftr" sz="quarter" idx="11"/>
          </p:nvPr>
        </p:nvSpPr>
        <p:spPr bwMode="auto">
          <a:xfrm>
            <a:off x="432393" y="2865290"/>
            <a:ext cx="2726375" cy="338328"/>
          </a:xfrm>
        </p:spPr>
        <p:txBody>
          <a:bodyPr rtlCol="0"/>
          <a:lstStyle/>
          <a:p>
            <a:pPr rtl="0">
              <a:defRPr/>
            </a:pPr>
            <a:r>
              <a:rPr lang="fr"/>
              <a:t>Exemple de Texte de Pied de page</a:t>
            </a:r>
            <a:endParaRPr/>
          </a:p>
        </p:txBody>
      </p:sp>
      <p:sp>
        <p:nvSpPr>
          <p:cNvPr id="90460067" name="Espace réservé de la date 4"/>
          <p:cNvSpPr>
            <a:spLocks noGrp="1"/>
          </p:cNvSpPr>
          <p:nvPr>
            <p:ph type="dt" sz="half" idx="10"/>
          </p:nvPr>
        </p:nvSpPr>
        <p:spPr bwMode="auto">
          <a:xfrm>
            <a:off x="3352799" y="2865290"/>
            <a:ext cx="1967345" cy="338328"/>
          </a:xfrm>
        </p:spPr>
        <p:txBody>
          <a:bodyPr rtlCol="0"/>
          <a:lstStyle/>
          <a:p>
            <a:pPr rtl="0">
              <a:defRPr/>
            </a:pPr>
            <a:r>
              <a:rPr lang="en-US"/>
              <a:t>2/12/2025</a:t>
            </a:r>
            <a:endParaRPr/>
          </a:p>
        </p:txBody>
      </p:sp>
      <p:sp>
        <p:nvSpPr>
          <p:cNvPr id="2023610083" name="Espace réservé du numéro de diapositive 6"/>
          <p:cNvSpPr>
            <a:spLocks noGrp="1"/>
          </p:cNvSpPr>
          <p:nvPr>
            <p:ph type="sldNum" sz="quarter" idx="12"/>
          </p:nvPr>
        </p:nvSpPr>
        <p:spPr bwMode="auto">
          <a:xfrm>
            <a:off x="11291657" y="2865290"/>
            <a:ext cx="555948" cy="338328"/>
          </a:xfrm>
        </p:spPr>
        <p:txBody>
          <a:bodyPr rtlCol="0"/>
          <a:lstStyle/>
          <a:p>
            <a:pPr rtl="0">
              <a:defRPr/>
            </a:pPr>
            <a:fld id="{8E274F5D-21DC-40EF-8DBA-AB9BB119E939}" type="slidenum">
              <a:rPr lang="en-US"/>
              <a:t>‹#›</a:t>
            </a:fld>
            <a:endParaRPr lang="en-US"/>
          </a:p>
        </p:txBody>
      </p:sp>
      <p:sp>
        <p:nvSpPr>
          <p:cNvPr id="2040463516" name="Espace réservé du contenu 7"/>
          <p:cNvSpPr>
            <a:spLocks noGrp="1"/>
          </p:cNvSpPr>
          <p:nvPr>
            <p:ph sz="quarter" idx="14"/>
          </p:nvPr>
        </p:nvSpPr>
        <p:spPr bwMode="auto">
          <a:xfrm>
            <a:off x="3352800" y="3429000"/>
            <a:ext cx="8210204" cy="3009900"/>
          </a:xfrm>
        </p:spPr>
        <p:txBody>
          <a:bodyPr rtlCol="0">
            <a:normAutofit/>
          </a:bodyPr>
          <a:lstStyle>
            <a:lvl1pPr marL="0" indent="0">
              <a:buFont typeface="Arial"/>
              <a:buNone/>
              <a:defRPr sz="1400"/>
            </a:lvl1pPr>
            <a:lvl2pPr marL="228600" indent="0">
              <a:buFont typeface="Arial"/>
              <a:buNone/>
              <a:defRPr sz="1400"/>
            </a:lvl2pPr>
            <a:lvl3pPr marL="457200" indent="0">
              <a:buFont typeface="Arial"/>
              <a:buNone/>
              <a:defRPr sz="1400"/>
            </a:lvl3pPr>
            <a:lvl4pPr marL="685800" indent="0">
              <a:buFont typeface="Arial"/>
              <a:buNone/>
              <a:defRPr sz="1400"/>
            </a:lvl4pPr>
            <a:lvl5pPr marL="914400" indent="0">
              <a:buFont typeface="Arial"/>
              <a:buNone/>
              <a:defRPr sz="1400"/>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0">
    <p:spTree>
      <p:nvGrpSpPr>
        <p:cNvPr id="1" name=""/>
        <p:cNvGrpSpPr/>
        <p:nvPr/>
      </p:nvGrpSpPr>
      <p:grpSpPr bwMode="auto">
        <a:xfrm>
          <a:off x="0" y="0"/>
          <a:ext cx="0" cy="0"/>
          <a:chOff x="0" y="0"/>
          <a:chExt cx="0" cy="0"/>
        </a:xfrm>
      </p:grpSpPr>
      <p:sp>
        <p:nvSpPr>
          <p:cNvPr id="531831464" name="Titre 1"/>
          <p:cNvSpPr>
            <a:spLocks noGrp="1"/>
          </p:cNvSpPr>
          <p:nvPr>
            <p:ph type="title"/>
          </p:nvPr>
        </p:nvSpPr>
        <p:spPr bwMode="auto">
          <a:xfrm>
            <a:off x="419101" y="1115568"/>
            <a:ext cx="2514599" cy="2463733"/>
          </a:xfrm>
        </p:spPr>
        <p:txBody>
          <a:bodyPr rtlCol="0" anchor="t"/>
          <a:lstStyle/>
          <a:p>
            <a:pPr rtl="0">
              <a:defRPr/>
            </a:pPr>
            <a:r>
              <a:rPr lang="fr"/>
              <a:t>Modifiez le style du titre</a:t>
            </a:r>
            <a:endParaRPr/>
          </a:p>
        </p:txBody>
      </p:sp>
      <p:sp>
        <p:nvSpPr>
          <p:cNvPr id="1851438642" name="Espace réservé du pied de page 5"/>
          <p:cNvSpPr>
            <a:spLocks noGrp="1"/>
          </p:cNvSpPr>
          <p:nvPr>
            <p:ph type="ftr" sz="quarter" idx="11"/>
          </p:nvPr>
        </p:nvSpPr>
        <p:spPr bwMode="auto">
          <a:xfrm>
            <a:off x="419100" y="205546"/>
            <a:ext cx="2514600" cy="338328"/>
          </a:xfrm>
        </p:spPr>
        <p:txBody>
          <a:bodyPr rtlCol="0"/>
          <a:lstStyle/>
          <a:p>
            <a:pPr rtl="0">
              <a:defRPr/>
            </a:pPr>
            <a:r>
              <a:rPr lang="fr"/>
              <a:t>Exemple de Texte de Pied de page</a:t>
            </a:r>
            <a:endParaRPr/>
          </a:p>
        </p:txBody>
      </p:sp>
      <p:sp>
        <p:nvSpPr>
          <p:cNvPr id="968239436" name="Espace réservé de la date 4"/>
          <p:cNvSpPr>
            <a:spLocks noGrp="1"/>
          </p:cNvSpPr>
          <p:nvPr>
            <p:ph type="dt" sz="half" idx="10"/>
          </p:nvPr>
        </p:nvSpPr>
        <p:spPr bwMode="auto">
          <a:xfrm>
            <a:off x="3364831" y="208604"/>
            <a:ext cx="1473867" cy="338328"/>
          </a:xfrm>
        </p:spPr>
        <p:txBody>
          <a:bodyPr rtlCol="0"/>
          <a:lstStyle>
            <a:lvl1pPr>
              <a:defRPr>
                <a:solidFill>
                  <a:schemeClr val="tx1"/>
                </a:solidFill>
              </a:defRPr>
            </a:lvl1pPr>
          </a:lstStyle>
          <a:p>
            <a:pPr rtl="0">
              <a:defRPr/>
            </a:pPr>
            <a:r>
              <a:rPr lang="en-US"/>
              <a:t>2/12/2025</a:t>
            </a:r>
            <a:endParaRPr/>
          </a:p>
        </p:txBody>
      </p:sp>
      <p:sp>
        <p:nvSpPr>
          <p:cNvPr id="1137718690" name="Espace réservé du numéro de diapositive 6"/>
          <p:cNvSpPr>
            <a:spLocks noGrp="1"/>
          </p:cNvSpPr>
          <p:nvPr>
            <p:ph type="sldNum" sz="quarter" idx="12"/>
          </p:nvPr>
        </p:nvSpPr>
        <p:spPr bwMode="auto"/>
        <p:txBody>
          <a:bodyPr rtlCol="0"/>
          <a:lstStyle/>
          <a:p>
            <a:pPr rtl="0">
              <a:defRPr/>
            </a:pPr>
            <a:fld id="{8E274F5D-21DC-40EF-8DBA-AB9BB119E939}" type="slidenum">
              <a:rPr lang="en-US"/>
              <a:t>‹#›</a:t>
            </a:fld>
            <a:endParaRPr lang="en-US"/>
          </a:p>
        </p:txBody>
      </p:sp>
      <p:sp>
        <p:nvSpPr>
          <p:cNvPr id="439470201" name="Espace réservé du contenu 7"/>
          <p:cNvSpPr>
            <a:spLocks noGrp="1"/>
          </p:cNvSpPr>
          <p:nvPr>
            <p:ph sz="quarter" idx="14"/>
          </p:nvPr>
        </p:nvSpPr>
        <p:spPr bwMode="auto">
          <a:xfrm>
            <a:off x="3364833" y="1106780"/>
            <a:ext cx="8286147" cy="2463733"/>
          </a:xfrm>
        </p:spPr>
        <p:txBody>
          <a:bodyPr vert="horz" lIns="91440" tIns="45720" rIns="91440" bIns="45720" rtlCol="0" anchor="t">
            <a:normAutofit/>
          </a:bodyPr>
          <a:lstStyle>
            <a:lvl1pPr>
              <a:defRPr lang="en-US"/>
            </a:lvl1pPr>
            <a:lvl2pPr>
              <a:defRPr lang="en-US"/>
            </a:lvl2pPr>
            <a:lvl3pPr>
              <a:defRPr lang="en-US"/>
            </a:lvl3pPr>
            <a:lvl4pPr>
              <a:defRPr lang="en-US"/>
            </a:lvl4pPr>
            <a:lvl5pPr>
              <a:defRPr lang="en-US"/>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374640279" name="Espace réservé d’image 3"/>
          <p:cNvSpPr>
            <a:spLocks noGrp="1"/>
          </p:cNvSpPr>
          <p:nvPr>
            <p:ph type="pic" sz="quarter" idx="15" hasCustomPrompt="1"/>
          </p:nvPr>
        </p:nvSpPr>
        <p:spPr bwMode="auto">
          <a:xfrm>
            <a:off x="3449057" y="4159154"/>
            <a:ext cx="8742943" cy="2698845"/>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1">
    <p:spTree>
      <p:nvGrpSpPr>
        <p:cNvPr id="1" name=""/>
        <p:cNvGrpSpPr/>
        <p:nvPr/>
      </p:nvGrpSpPr>
      <p:grpSpPr bwMode="auto">
        <a:xfrm>
          <a:off x="0" y="0"/>
          <a:ext cx="0" cy="0"/>
          <a:chOff x="0" y="0"/>
          <a:chExt cx="0" cy="0"/>
        </a:xfrm>
      </p:grpSpPr>
      <p:sp>
        <p:nvSpPr>
          <p:cNvPr id="1617728934" name="Titre 1"/>
          <p:cNvSpPr>
            <a:spLocks noGrp="1"/>
          </p:cNvSpPr>
          <p:nvPr>
            <p:ph type="title"/>
          </p:nvPr>
        </p:nvSpPr>
        <p:spPr bwMode="auto">
          <a:xfrm>
            <a:off x="419101" y="1115568"/>
            <a:ext cx="2514599" cy="2463733"/>
          </a:xfrm>
        </p:spPr>
        <p:txBody>
          <a:bodyPr rtlCol="0" anchor="t"/>
          <a:lstStyle/>
          <a:p>
            <a:pPr rtl="0">
              <a:defRPr/>
            </a:pPr>
            <a:r>
              <a:rPr lang="fr"/>
              <a:t>Modifiez le style du titre</a:t>
            </a:r>
            <a:endParaRPr/>
          </a:p>
        </p:txBody>
      </p:sp>
      <p:sp>
        <p:nvSpPr>
          <p:cNvPr id="1740426983" name="Espace réservé du pied de page 5"/>
          <p:cNvSpPr>
            <a:spLocks noGrp="1"/>
          </p:cNvSpPr>
          <p:nvPr>
            <p:ph type="ftr" sz="quarter" idx="11"/>
          </p:nvPr>
        </p:nvSpPr>
        <p:spPr bwMode="auto">
          <a:xfrm>
            <a:off x="419100" y="205546"/>
            <a:ext cx="2514600" cy="338328"/>
          </a:xfrm>
        </p:spPr>
        <p:txBody>
          <a:bodyPr rtlCol="0"/>
          <a:lstStyle/>
          <a:p>
            <a:pPr rtl="0">
              <a:defRPr/>
            </a:pPr>
            <a:r>
              <a:rPr lang="fr"/>
              <a:t>Exemple de Texte de Pied de page</a:t>
            </a:r>
            <a:endParaRPr/>
          </a:p>
        </p:txBody>
      </p:sp>
      <p:sp>
        <p:nvSpPr>
          <p:cNvPr id="1928563438" name="Espace réservé de la date 4"/>
          <p:cNvSpPr>
            <a:spLocks noGrp="1"/>
          </p:cNvSpPr>
          <p:nvPr>
            <p:ph type="dt" sz="half" idx="10"/>
          </p:nvPr>
        </p:nvSpPr>
        <p:spPr bwMode="auto">
          <a:xfrm>
            <a:off x="3364831" y="208604"/>
            <a:ext cx="1473867" cy="338328"/>
          </a:xfrm>
        </p:spPr>
        <p:txBody>
          <a:bodyPr rtlCol="0"/>
          <a:lstStyle>
            <a:lvl1pPr>
              <a:defRPr>
                <a:solidFill>
                  <a:schemeClr val="tx1"/>
                </a:solidFill>
              </a:defRPr>
            </a:lvl1pPr>
          </a:lstStyle>
          <a:p>
            <a:pPr rtl="0">
              <a:defRPr/>
            </a:pPr>
            <a:r>
              <a:rPr lang="en-US"/>
              <a:t>2/12/2025</a:t>
            </a:r>
            <a:endParaRPr/>
          </a:p>
        </p:txBody>
      </p:sp>
      <p:sp>
        <p:nvSpPr>
          <p:cNvPr id="2016242909" name="Espace réservé du numéro de diapositive 6"/>
          <p:cNvSpPr>
            <a:spLocks noGrp="1"/>
          </p:cNvSpPr>
          <p:nvPr>
            <p:ph type="sldNum" sz="quarter" idx="12"/>
          </p:nvPr>
        </p:nvSpPr>
        <p:spPr bwMode="auto"/>
        <p:txBody>
          <a:bodyPr rtlCol="0"/>
          <a:lstStyle/>
          <a:p>
            <a:pPr rtl="0">
              <a:defRPr/>
            </a:pPr>
            <a:fld id="{8E274F5D-21DC-40EF-8DBA-AB9BB119E939}" type="slidenum">
              <a:rPr lang="en-US"/>
              <a:t>‹#›</a:t>
            </a:fld>
            <a:endParaRPr lang="en-US"/>
          </a:p>
        </p:txBody>
      </p:sp>
      <p:sp>
        <p:nvSpPr>
          <p:cNvPr id="2057232385" name="Espace réservé du contenu 7"/>
          <p:cNvSpPr>
            <a:spLocks noGrp="1"/>
          </p:cNvSpPr>
          <p:nvPr>
            <p:ph sz="quarter" idx="14"/>
          </p:nvPr>
        </p:nvSpPr>
        <p:spPr bwMode="auto">
          <a:xfrm>
            <a:off x="3364834" y="1106780"/>
            <a:ext cx="8408066" cy="2463733"/>
          </a:xfrm>
        </p:spPr>
        <p:txBody>
          <a:bodyPr vert="horz" lIns="91440" tIns="45720" rIns="91440" bIns="45720" rtlCol="0" anchor="t">
            <a:normAutofit/>
          </a:bodyPr>
          <a:lstStyle>
            <a:lvl1pPr>
              <a:defRPr lang="en-US"/>
            </a:lvl1pPr>
            <a:lvl2pPr>
              <a:defRPr lang="en-US"/>
            </a:lvl2pPr>
            <a:lvl3pPr>
              <a:defRPr lang="en-US"/>
            </a:lvl3pPr>
            <a:lvl4pPr>
              <a:defRPr lang="en-US"/>
            </a:lvl4pPr>
            <a:lvl5pPr>
              <a:defRPr lang="en-US"/>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386562067" name="Espace réservé d’image 3"/>
          <p:cNvSpPr>
            <a:spLocks noGrp="1"/>
          </p:cNvSpPr>
          <p:nvPr>
            <p:ph type="pic" sz="quarter" idx="15" hasCustomPrompt="1"/>
          </p:nvPr>
        </p:nvSpPr>
        <p:spPr bwMode="auto">
          <a:xfrm>
            <a:off x="1" y="4159154"/>
            <a:ext cx="12192000" cy="2698845"/>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2">
    <p:spTree>
      <p:nvGrpSpPr>
        <p:cNvPr id="1" name=""/>
        <p:cNvGrpSpPr/>
        <p:nvPr/>
      </p:nvGrpSpPr>
      <p:grpSpPr bwMode="auto">
        <a:xfrm>
          <a:off x="0" y="0"/>
          <a:ext cx="0" cy="0"/>
          <a:chOff x="0" y="0"/>
          <a:chExt cx="0" cy="0"/>
        </a:xfrm>
      </p:grpSpPr>
      <p:sp>
        <p:nvSpPr>
          <p:cNvPr id="108117361" name="Titre 1"/>
          <p:cNvSpPr>
            <a:spLocks noGrp="1"/>
          </p:cNvSpPr>
          <p:nvPr>
            <p:ph type="title"/>
          </p:nvPr>
        </p:nvSpPr>
        <p:spPr bwMode="auto">
          <a:xfrm>
            <a:off x="446230" y="1115568"/>
            <a:ext cx="3603256" cy="1409878"/>
          </a:xfrm>
        </p:spPr>
        <p:txBody>
          <a:bodyPr rtlCol="0" anchor="t"/>
          <a:lstStyle/>
          <a:p>
            <a:pPr rtl="0">
              <a:defRPr/>
            </a:pPr>
            <a:r>
              <a:rPr lang="fr"/>
              <a:t>Modifiez le style du titre</a:t>
            </a:r>
            <a:endParaRPr/>
          </a:p>
        </p:txBody>
      </p:sp>
      <p:sp>
        <p:nvSpPr>
          <p:cNvPr id="1700298867" name="Espace réservé du pied de page 5"/>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024761088" name="Espace réservé de la date 4"/>
          <p:cNvSpPr>
            <a:spLocks noGrp="1"/>
          </p:cNvSpPr>
          <p:nvPr>
            <p:ph type="dt" sz="half" idx="10"/>
          </p:nvPr>
        </p:nvSpPr>
        <p:spPr bwMode="auto">
          <a:xfrm>
            <a:off x="4838700" y="209088"/>
            <a:ext cx="2514600" cy="338328"/>
          </a:xfrm>
        </p:spPr>
        <p:txBody>
          <a:bodyPr rtlCol="0"/>
          <a:lstStyle/>
          <a:p>
            <a:pPr rtl="0">
              <a:defRPr/>
            </a:pPr>
            <a:r>
              <a:rPr lang="en-US"/>
              <a:t>2/12/2025</a:t>
            </a:r>
            <a:endParaRPr lang="en-US"/>
          </a:p>
        </p:txBody>
      </p:sp>
      <p:sp>
        <p:nvSpPr>
          <p:cNvPr id="1255892548" name="Espace réservé du numéro de diapositive 6"/>
          <p:cNvSpPr>
            <a:spLocks noGrp="1"/>
          </p:cNvSpPr>
          <p:nvPr>
            <p:ph type="sldNum" sz="quarter" idx="12"/>
          </p:nvPr>
        </p:nvSpPr>
        <p:spPr bwMode="auto">
          <a:xfrm>
            <a:off x="11286019" y="219456"/>
            <a:ext cx="564341"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826625326" name="Espace réservé du contenu 7"/>
          <p:cNvSpPr>
            <a:spLocks noGrp="1"/>
          </p:cNvSpPr>
          <p:nvPr>
            <p:ph sz="quarter" idx="14"/>
          </p:nvPr>
        </p:nvSpPr>
        <p:spPr bwMode="auto">
          <a:xfrm>
            <a:off x="446230" y="2705100"/>
            <a:ext cx="3603256" cy="3695700"/>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611733296" name="Espace réservé d’image 10"/>
          <p:cNvSpPr>
            <a:spLocks noGrp="1"/>
          </p:cNvSpPr>
          <p:nvPr>
            <p:ph type="pic" sz="quarter" idx="15" hasCustomPrompt="1"/>
          </p:nvPr>
        </p:nvSpPr>
        <p:spPr bwMode="auto">
          <a:xfrm>
            <a:off x="4935269" y="1175658"/>
            <a:ext cx="7256731" cy="5682342"/>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3">
    <p:spTree>
      <p:nvGrpSpPr>
        <p:cNvPr id="1" name=""/>
        <p:cNvGrpSpPr/>
        <p:nvPr/>
      </p:nvGrpSpPr>
      <p:grpSpPr bwMode="auto">
        <a:xfrm>
          <a:off x="0" y="0"/>
          <a:ext cx="0" cy="0"/>
          <a:chOff x="0" y="0"/>
          <a:chExt cx="0" cy="0"/>
        </a:xfrm>
      </p:grpSpPr>
      <p:sp>
        <p:nvSpPr>
          <p:cNvPr id="1453029543" name="Titre 1"/>
          <p:cNvSpPr>
            <a:spLocks noGrp="1"/>
          </p:cNvSpPr>
          <p:nvPr>
            <p:ph type="title"/>
          </p:nvPr>
        </p:nvSpPr>
        <p:spPr bwMode="auto">
          <a:xfrm>
            <a:off x="421602" y="1115568"/>
            <a:ext cx="6931698" cy="1002834"/>
          </a:xfrm>
        </p:spPr>
        <p:txBody>
          <a:bodyPr rtlCol="0" anchor="t">
            <a:normAutofit/>
          </a:bodyPr>
          <a:lstStyle>
            <a:lvl1pPr>
              <a:defRPr sz="3000"/>
            </a:lvl1pPr>
          </a:lstStyle>
          <a:p>
            <a:pPr rtl="0">
              <a:defRPr/>
            </a:pPr>
            <a:r>
              <a:rPr lang="fr"/>
              <a:t>Modifiez le style du titre</a:t>
            </a:r>
            <a:endParaRPr/>
          </a:p>
        </p:txBody>
      </p:sp>
      <p:sp>
        <p:nvSpPr>
          <p:cNvPr id="1473067786" name="Espace réservé du pied de page 5"/>
          <p:cNvSpPr>
            <a:spLocks noGrp="1"/>
          </p:cNvSpPr>
          <p:nvPr>
            <p:ph type="ftr" sz="quarter" idx="11"/>
          </p:nvPr>
        </p:nvSpPr>
        <p:spPr bwMode="auto">
          <a:xfrm>
            <a:off x="434154" y="216914"/>
            <a:ext cx="2703777" cy="338328"/>
          </a:xfrm>
        </p:spPr>
        <p:txBody>
          <a:bodyPr rtlCol="0"/>
          <a:lstStyle/>
          <a:p>
            <a:pPr rtl="0">
              <a:defRPr/>
            </a:pPr>
            <a:r>
              <a:rPr lang="fr"/>
              <a:t>Exemple de Texte de Pied de page</a:t>
            </a:r>
            <a:endParaRPr/>
          </a:p>
        </p:txBody>
      </p:sp>
      <p:sp>
        <p:nvSpPr>
          <p:cNvPr id="508040372" name="Espace réservé de la date 4"/>
          <p:cNvSpPr>
            <a:spLocks noGrp="1"/>
          </p:cNvSpPr>
          <p:nvPr>
            <p:ph type="dt" sz="half" idx="10"/>
          </p:nvPr>
        </p:nvSpPr>
        <p:spPr bwMode="auto">
          <a:xfrm>
            <a:off x="7884825" y="216914"/>
            <a:ext cx="2338650" cy="338328"/>
          </a:xfrm>
        </p:spPr>
        <p:txBody>
          <a:bodyPr rtlCol="0"/>
          <a:lstStyle/>
          <a:p>
            <a:pPr rtl="0">
              <a:defRPr/>
            </a:pPr>
            <a:r>
              <a:rPr lang="en-US"/>
              <a:t>2/12/2025</a:t>
            </a:r>
            <a:endParaRPr lang="en-US"/>
          </a:p>
        </p:txBody>
      </p:sp>
      <p:sp>
        <p:nvSpPr>
          <p:cNvPr id="467194324" name="Espace réservé du numéro de diapositive 6"/>
          <p:cNvSpPr>
            <a:spLocks noGrp="1"/>
          </p:cNvSpPr>
          <p:nvPr>
            <p:ph type="sldNum" sz="quarter" idx="12"/>
          </p:nvPr>
        </p:nvSpPr>
        <p:spPr bwMode="auto">
          <a:xfrm>
            <a:off x="11292010" y="216914"/>
            <a:ext cx="557090" cy="338328"/>
          </a:xfrm>
        </p:spPr>
        <p:txBody>
          <a:bodyPr rtlCol="0"/>
          <a:lstStyle/>
          <a:p>
            <a:pPr rtl="0">
              <a:defRPr/>
            </a:pPr>
            <a:fld id="{8E274F5D-21DC-40EF-8DBA-AB9BB119E939}" type="slidenum">
              <a:rPr lang="en-US"/>
              <a:t>‹#›</a:t>
            </a:fld>
            <a:endParaRPr lang="en-US"/>
          </a:p>
        </p:txBody>
      </p:sp>
      <p:sp>
        <p:nvSpPr>
          <p:cNvPr id="1774675373" name="Espace réservé du contenu 7"/>
          <p:cNvSpPr>
            <a:spLocks noGrp="1"/>
          </p:cNvSpPr>
          <p:nvPr>
            <p:ph sz="quarter" idx="14"/>
          </p:nvPr>
        </p:nvSpPr>
        <p:spPr bwMode="auto">
          <a:xfrm>
            <a:off x="421601" y="2133600"/>
            <a:ext cx="6931699" cy="4305300"/>
          </a:xfrm>
        </p:spPr>
        <p:txBody>
          <a:bodyPr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725847082" name="Espace réservé d’image 3"/>
          <p:cNvSpPr>
            <a:spLocks noGrp="1"/>
          </p:cNvSpPr>
          <p:nvPr>
            <p:ph type="pic" sz="quarter" idx="15" hasCustomPrompt="1"/>
          </p:nvPr>
        </p:nvSpPr>
        <p:spPr bwMode="auto">
          <a:xfrm>
            <a:off x="7982262" y="1184555"/>
            <a:ext cx="4209738" cy="5673445"/>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4">
    <p:spTree>
      <p:nvGrpSpPr>
        <p:cNvPr id="1" name=""/>
        <p:cNvGrpSpPr/>
        <p:nvPr/>
      </p:nvGrpSpPr>
      <p:grpSpPr bwMode="auto">
        <a:xfrm>
          <a:off x="0" y="0"/>
          <a:ext cx="0" cy="0"/>
          <a:chOff x="0" y="0"/>
          <a:chExt cx="0" cy="0"/>
        </a:xfrm>
      </p:grpSpPr>
      <p:sp>
        <p:nvSpPr>
          <p:cNvPr id="420506675" name="Titre 1"/>
          <p:cNvSpPr>
            <a:spLocks noGrp="1"/>
          </p:cNvSpPr>
          <p:nvPr>
            <p:ph type="title"/>
          </p:nvPr>
        </p:nvSpPr>
        <p:spPr bwMode="auto">
          <a:xfrm>
            <a:off x="432393" y="1115568"/>
            <a:ext cx="3496809" cy="3070722"/>
          </a:xfrm>
        </p:spPr>
        <p:txBody>
          <a:bodyPr rtlCol="0" anchor="t"/>
          <a:lstStyle/>
          <a:p>
            <a:pPr rtl="0">
              <a:defRPr/>
            </a:pPr>
            <a:r>
              <a:rPr lang="fr"/>
              <a:t>Modifiez le style du titre</a:t>
            </a:r>
            <a:endParaRPr/>
          </a:p>
        </p:txBody>
      </p:sp>
      <p:sp>
        <p:nvSpPr>
          <p:cNvPr id="1541878454" name="Espace réservé du pied de page 5"/>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2038515737" name="Espace réservé de la date 4"/>
          <p:cNvSpPr>
            <a:spLocks noGrp="1"/>
          </p:cNvSpPr>
          <p:nvPr>
            <p:ph type="dt" sz="half" idx="10"/>
          </p:nvPr>
        </p:nvSpPr>
        <p:spPr bwMode="auto">
          <a:xfrm>
            <a:off x="8801100" y="214858"/>
            <a:ext cx="1562100" cy="338328"/>
          </a:xfrm>
        </p:spPr>
        <p:txBody>
          <a:bodyPr rtlCol="0"/>
          <a:lstStyle/>
          <a:p>
            <a:pPr rtl="0">
              <a:defRPr/>
            </a:pPr>
            <a:r>
              <a:rPr lang="en-US"/>
              <a:t>2/12/2025</a:t>
            </a:r>
            <a:endParaRPr lang="en-US"/>
          </a:p>
        </p:txBody>
      </p:sp>
      <p:sp>
        <p:nvSpPr>
          <p:cNvPr id="851102100" name="Espace réservé du numéro de diapositive 6"/>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883412111" name="Espace réservé d’image 8"/>
          <p:cNvSpPr>
            <a:spLocks noGrp="1"/>
          </p:cNvSpPr>
          <p:nvPr>
            <p:ph type="pic" sz="quarter" idx="15" hasCustomPrompt="1"/>
          </p:nvPr>
        </p:nvSpPr>
        <p:spPr bwMode="auto">
          <a:xfrm>
            <a:off x="4429695" y="1193656"/>
            <a:ext cx="3962400" cy="5664344"/>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585942602" name="Espace réservé du contenu 7"/>
          <p:cNvSpPr>
            <a:spLocks noGrp="1"/>
          </p:cNvSpPr>
          <p:nvPr>
            <p:ph sz="quarter" idx="14"/>
          </p:nvPr>
        </p:nvSpPr>
        <p:spPr bwMode="auto">
          <a:xfrm>
            <a:off x="8823960" y="1122776"/>
            <a:ext cx="2717800" cy="5316124"/>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5">
    <p:spTree>
      <p:nvGrpSpPr>
        <p:cNvPr id="1" name=""/>
        <p:cNvGrpSpPr/>
        <p:nvPr/>
      </p:nvGrpSpPr>
      <p:grpSpPr bwMode="auto">
        <a:xfrm>
          <a:off x="0" y="0"/>
          <a:ext cx="0" cy="0"/>
          <a:chOff x="0" y="0"/>
          <a:chExt cx="0" cy="0"/>
        </a:xfrm>
      </p:grpSpPr>
      <p:sp>
        <p:nvSpPr>
          <p:cNvPr id="407056855" name="Titre 1"/>
          <p:cNvSpPr>
            <a:spLocks noGrp="1"/>
          </p:cNvSpPr>
          <p:nvPr>
            <p:ph type="title"/>
          </p:nvPr>
        </p:nvSpPr>
        <p:spPr bwMode="auto">
          <a:xfrm>
            <a:off x="432393" y="1115568"/>
            <a:ext cx="2515758" cy="2946422"/>
          </a:xfrm>
        </p:spPr>
        <p:txBody>
          <a:bodyPr rtlCol="0" anchor="t"/>
          <a:lstStyle/>
          <a:p>
            <a:pPr rtl="0">
              <a:defRPr/>
            </a:pPr>
            <a:r>
              <a:rPr lang="fr"/>
              <a:t>Modifiez le style du titre</a:t>
            </a:r>
            <a:endParaRPr/>
          </a:p>
        </p:txBody>
      </p:sp>
      <p:sp>
        <p:nvSpPr>
          <p:cNvPr id="754197847" name="Espace réservé du pied de page 5"/>
          <p:cNvSpPr>
            <a:spLocks noGrp="1"/>
          </p:cNvSpPr>
          <p:nvPr>
            <p:ph type="ftr" sz="quarter" idx="11"/>
          </p:nvPr>
        </p:nvSpPr>
        <p:spPr bwMode="auto">
          <a:xfrm>
            <a:off x="432393"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426869617" name="Espace réservé de la date 4"/>
          <p:cNvSpPr>
            <a:spLocks noGrp="1"/>
          </p:cNvSpPr>
          <p:nvPr>
            <p:ph type="dt" sz="half" idx="10"/>
          </p:nvPr>
        </p:nvSpPr>
        <p:spPr bwMode="auto">
          <a:xfrm>
            <a:off x="7772399" y="214858"/>
            <a:ext cx="1718441" cy="338328"/>
          </a:xfrm>
        </p:spPr>
        <p:txBody>
          <a:bodyPr rtlCol="0"/>
          <a:lstStyle/>
          <a:p>
            <a:pPr rtl="0">
              <a:defRPr/>
            </a:pPr>
            <a:r>
              <a:rPr lang="en-US"/>
              <a:t>2/12/2025</a:t>
            </a:r>
            <a:endParaRPr/>
          </a:p>
        </p:txBody>
      </p:sp>
      <p:sp>
        <p:nvSpPr>
          <p:cNvPr id="647046700" name="Espace réservé du numéro de diapositive 6"/>
          <p:cNvSpPr>
            <a:spLocks noGrp="1"/>
          </p:cNvSpPr>
          <p:nvPr>
            <p:ph type="sldNum" sz="quarter" idx="12"/>
          </p:nvPr>
        </p:nvSpPr>
        <p:spPr bwMode="auto">
          <a:xfrm>
            <a:off x="11301696" y="214858"/>
            <a:ext cx="538520"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585048119" name="Espace réservé du contenu 7"/>
          <p:cNvSpPr>
            <a:spLocks noGrp="1"/>
          </p:cNvSpPr>
          <p:nvPr>
            <p:ph sz="quarter" idx="14"/>
          </p:nvPr>
        </p:nvSpPr>
        <p:spPr bwMode="auto">
          <a:xfrm>
            <a:off x="3352798" y="1104900"/>
            <a:ext cx="3756213" cy="5143500"/>
          </a:xfrm>
        </p:spPr>
        <p:txBody>
          <a:bodyPr rtlCol="0" anchor="t"/>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1819453151" name="Espace réservé d’image 8"/>
          <p:cNvSpPr>
            <a:spLocks noGrp="1"/>
          </p:cNvSpPr>
          <p:nvPr>
            <p:ph type="pic" sz="quarter" idx="15" hasCustomPrompt="1"/>
          </p:nvPr>
        </p:nvSpPr>
        <p:spPr bwMode="auto">
          <a:xfrm>
            <a:off x="7843346" y="1181099"/>
            <a:ext cx="4348653" cy="5676899"/>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6">
    <p:spTree>
      <p:nvGrpSpPr>
        <p:cNvPr id="1" name=""/>
        <p:cNvGrpSpPr/>
        <p:nvPr/>
      </p:nvGrpSpPr>
      <p:grpSpPr bwMode="auto">
        <a:xfrm>
          <a:off x="0" y="0"/>
          <a:ext cx="0" cy="0"/>
          <a:chOff x="0" y="0"/>
          <a:chExt cx="0" cy="0"/>
        </a:xfrm>
      </p:grpSpPr>
      <p:sp>
        <p:nvSpPr>
          <p:cNvPr id="1067975374" name="Titre 1"/>
          <p:cNvSpPr>
            <a:spLocks noGrp="1"/>
          </p:cNvSpPr>
          <p:nvPr>
            <p:ph type="title"/>
          </p:nvPr>
        </p:nvSpPr>
        <p:spPr bwMode="auto">
          <a:xfrm>
            <a:off x="419100" y="4607626"/>
            <a:ext cx="4419600" cy="1640774"/>
          </a:xfrm>
        </p:spPr>
        <p:txBody>
          <a:bodyPr rtlCol="0" anchor="t"/>
          <a:lstStyle/>
          <a:p>
            <a:pPr rtl="0">
              <a:defRPr/>
            </a:pPr>
            <a:r>
              <a:rPr lang="fr"/>
              <a:t>Modifiez le style du titre</a:t>
            </a:r>
            <a:endParaRPr/>
          </a:p>
        </p:txBody>
      </p:sp>
      <p:sp>
        <p:nvSpPr>
          <p:cNvPr id="2043731665" name="Espace réservé d’image 3"/>
          <p:cNvSpPr>
            <a:spLocks noGrp="1"/>
          </p:cNvSpPr>
          <p:nvPr>
            <p:ph type="pic" sz="quarter" idx="15" hasCustomPrompt="1"/>
          </p:nvPr>
        </p:nvSpPr>
        <p:spPr bwMode="auto">
          <a:xfrm>
            <a:off x="1914" y="0"/>
            <a:ext cx="4836786" cy="4214191"/>
          </a:xfrm>
          <a:prstGeom prst="rect">
            <a:avLst/>
          </a:prstGeom>
          <a:blipFill rotWithShape="1">
            <a:blip r:embed="rId2">
              <a:alphaModFix amt="60000"/>
            </a:blip>
            <a:stretch/>
          </a:blipFill>
        </p:spPr>
        <p:txBody>
          <a:bodyPr rtlCol="0"/>
          <a:lstStyle>
            <a:lvl1pPr>
              <a:defRPr/>
            </a:lvl1pPr>
          </a:lstStyle>
          <a:p>
            <a:pPr rtl="0">
              <a:defRPr/>
            </a:pPr>
            <a:r>
              <a:rPr lang="fr"/>
              <a:t>   </a:t>
            </a:r>
            <a:endParaRPr/>
          </a:p>
        </p:txBody>
      </p:sp>
      <p:sp>
        <p:nvSpPr>
          <p:cNvPr id="1595097668" name="Espace réservé du pied de page 5"/>
          <p:cNvSpPr>
            <a:spLocks noGrp="1"/>
          </p:cNvSpPr>
          <p:nvPr>
            <p:ph type="ftr" sz="quarter" idx="11"/>
          </p:nvPr>
        </p:nvSpPr>
        <p:spPr bwMode="auto">
          <a:xfrm>
            <a:off x="5541275" y="209088"/>
            <a:ext cx="2726375" cy="338328"/>
          </a:xfrm>
        </p:spPr>
        <p:txBody>
          <a:bodyPr rtlCol="0"/>
          <a:lstStyle/>
          <a:p>
            <a:pPr rtl="0">
              <a:defRPr/>
            </a:pPr>
            <a:r>
              <a:rPr lang="fr"/>
              <a:t>Exemple de Texte de Pied de page</a:t>
            </a:r>
            <a:endParaRPr/>
          </a:p>
        </p:txBody>
      </p:sp>
      <p:sp>
        <p:nvSpPr>
          <p:cNvPr id="1955271386" name="Espace réservé de la date 4"/>
          <p:cNvSpPr>
            <a:spLocks noGrp="1"/>
          </p:cNvSpPr>
          <p:nvPr>
            <p:ph type="dt" sz="half" idx="10"/>
          </p:nvPr>
        </p:nvSpPr>
        <p:spPr bwMode="auto">
          <a:xfrm>
            <a:off x="8801100" y="214858"/>
            <a:ext cx="1905250" cy="338328"/>
          </a:xfrm>
        </p:spPr>
        <p:txBody>
          <a:bodyPr rtlCol="0"/>
          <a:lstStyle>
            <a:lvl1pPr>
              <a:defRPr>
                <a:solidFill>
                  <a:schemeClr val="tx1"/>
                </a:solidFill>
              </a:defRPr>
            </a:lvl1pPr>
          </a:lstStyle>
          <a:p>
            <a:pPr rtl="0">
              <a:defRPr/>
            </a:pPr>
            <a:r>
              <a:rPr lang="en-US"/>
              <a:t>2/12/2025</a:t>
            </a:r>
            <a:endParaRPr lang="en-US"/>
          </a:p>
        </p:txBody>
      </p:sp>
      <p:sp>
        <p:nvSpPr>
          <p:cNvPr id="1772165489" name="Espace réservé du numéro de diapositive 6"/>
          <p:cNvSpPr>
            <a:spLocks noGrp="1"/>
          </p:cNvSpPr>
          <p:nvPr>
            <p:ph type="sldNum" sz="quarter" idx="12"/>
          </p:nvPr>
        </p:nvSpPr>
        <p:spPr bwMode="auto"/>
        <p:txBody>
          <a:bodyPr rtlCol="0"/>
          <a:lstStyle/>
          <a:p>
            <a:pPr rtl="0">
              <a:defRPr/>
            </a:pPr>
            <a:fld id="{8E274F5D-21DC-40EF-8DBA-AB9BB119E939}" type="slidenum">
              <a:rPr lang="en-US"/>
              <a:t>‹#›</a:t>
            </a:fld>
            <a:endParaRPr lang="en-US"/>
          </a:p>
        </p:txBody>
      </p:sp>
      <p:sp>
        <p:nvSpPr>
          <p:cNvPr id="1247262029" name="Espace réservé du contenu 7"/>
          <p:cNvSpPr>
            <a:spLocks noGrp="1"/>
          </p:cNvSpPr>
          <p:nvPr>
            <p:ph sz="quarter" idx="14"/>
          </p:nvPr>
        </p:nvSpPr>
        <p:spPr bwMode="auto">
          <a:xfrm>
            <a:off x="5541276" y="1104900"/>
            <a:ext cx="5750381" cy="5143500"/>
          </a:xfrm>
        </p:spPr>
        <p:txBody>
          <a:bodyPr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u avec image 17">
    <p:spTree>
      <p:nvGrpSpPr>
        <p:cNvPr id="1" name=""/>
        <p:cNvGrpSpPr/>
        <p:nvPr/>
      </p:nvGrpSpPr>
      <p:grpSpPr bwMode="auto">
        <a:xfrm>
          <a:off x="0" y="0"/>
          <a:ext cx="0" cy="0"/>
          <a:chOff x="0" y="0"/>
          <a:chExt cx="0" cy="0"/>
        </a:xfrm>
      </p:grpSpPr>
      <p:sp>
        <p:nvSpPr>
          <p:cNvPr id="816330990" name="Titre 1"/>
          <p:cNvSpPr>
            <a:spLocks noGrp="1"/>
          </p:cNvSpPr>
          <p:nvPr>
            <p:ph type="title"/>
          </p:nvPr>
        </p:nvSpPr>
        <p:spPr bwMode="auto">
          <a:xfrm>
            <a:off x="419100" y="1115568"/>
            <a:ext cx="3105335" cy="1636510"/>
          </a:xfrm>
        </p:spPr>
        <p:txBody>
          <a:bodyPr rtlCol="0" anchor="t"/>
          <a:lstStyle/>
          <a:p>
            <a:pPr rtl="0">
              <a:defRPr/>
            </a:pPr>
            <a:r>
              <a:rPr lang="fr"/>
              <a:t>Modifiez le style du titre</a:t>
            </a:r>
            <a:endParaRPr/>
          </a:p>
        </p:txBody>
      </p:sp>
      <p:sp>
        <p:nvSpPr>
          <p:cNvPr id="2085224082" name="Espace réservé du pied de page 5"/>
          <p:cNvSpPr>
            <a:spLocks noGrp="1"/>
          </p:cNvSpPr>
          <p:nvPr>
            <p:ph type="ftr" sz="quarter" idx="11"/>
          </p:nvPr>
        </p:nvSpPr>
        <p:spPr bwMode="auto">
          <a:xfrm>
            <a:off x="432393" y="214858"/>
            <a:ext cx="2726375" cy="338328"/>
          </a:xfrm>
        </p:spPr>
        <p:txBody>
          <a:bodyPr rtlCol="0"/>
          <a:lstStyle/>
          <a:p>
            <a:pPr rtl="0">
              <a:defRPr/>
            </a:pPr>
            <a:r>
              <a:rPr lang="fr"/>
              <a:t>Exemple de Texte de Pied de page</a:t>
            </a:r>
            <a:endParaRPr/>
          </a:p>
        </p:txBody>
      </p:sp>
      <p:sp>
        <p:nvSpPr>
          <p:cNvPr id="2028741896" name="Espace réservé de la date 4"/>
          <p:cNvSpPr>
            <a:spLocks noGrp="1"/>
          </p:cNvSpPr>
          <p:nvPr>
            <p:ph type="dt" sz="half" idx="10"/>
          </p:nvPr>
        </p:nvSpPr>
        <p:spPr bwMode="auto">
          <a:xfrm>
            <a:off x="4055522" y="214858"/>
            <a:ext cx="2536988" cy="338328"/>
          </a:xfrm>
        </p:spPr>
        <p:txBody>
          <a:bodyPr rtlCol="0"/>
          <a:lstStyle/>
          <a:p>
            <a:pPr rtl="0">
              <a:defRPr/>
            </a:pPr>
            <a:r>
              <a:rPr lang="en-US"/>
              <a:t>2/12/2025</a:t>
            </a:r>
            <a:endParaRPr lang="en-US"/>
          </a:p>
        </p:txBody>
      </p:sp>
      <p:sp>
        <p:nvSpPr>
          <p:cNvPr id="321689169" name="Espace réservé du numéro de diapositive 6"/>
          <p:cNvSpPr>
            <a:spLocks noGrp="1"/>
          </p:cNvSpPr>
          <p:nvPr>
            <p:ph type="sldNum" sz="quarter" idx="12"/>
          </p:nvPr>
        </p:nvSpPr>
        <p:spPr bwMode="auto">
          <a:xfrm>
            <a:off x="11292840" y="214858"/>
            <a:ext cx="555948" cy="338328"/>
          </a:xfrm>
        </p:spPr>
        <p:txBody>
          <a:bodyPr rtlCol="0"/>
          <a:lstStyle/>
          <a:p>
            <a:pPr rtl="0">
              <a:defRPr/>
            </a:pPr>
            <a:fld id="{8E274F5D-21DC-40EF-8DBA-AB9BB119E939}" type="slidenum">
              <a:rPr lang="en-US"/>
              <a:t>‹#›</a:t>
            </a:fld>
            <a:endParaRPr lang="en-US"/>
          </a:p>
        </p:txBody>
      </p:sp>
      <p:sp>
        <p:nvSpPr>
          <p:cNvPr id="492951430" name="Espace réservé d’image 3"/>
          <p:cNvSpPr>
            <a:spLocks noGrp="1"/>
          </p:cNvSpPr>
          <p:nvPr>
            <p:ph type="pic" sz="quarter" idx="15" hasCustomPrompt="1"/>
          </p:nvPr>
        </p:nvSpPr>
        <p:spPr bwMode="auto">
          <a:xfrm>
            <a:off x="1" y="3017519"/>
            <a:ext cx="3417902" cy="3840480"/>
          </a:xfrm>
          <a:prstGeom prst="rect">
            <a:avLst/>
          </a:prstGeom>
          <a:blipFill rotWithShape="1">
            <a:blip r:embed="rId2">
              <a:alphaModFix amt="65000"/>
            </a:blip>
            <a:stretch/>
          </a:blipFill>
        </p:spPr>
        <p:txBody>
          <a:bodyPr rtlCol="0"/>
          <a:lstStyle>
            <a:lvl1pPr>
              <a:defRPr/>
            </a:lvl1pPr>
          </a:lstStyle>
          <a:p>
            <a:pPr rtl="0">
              <a:defRPr/>
            </a:pPr>
            <a:r>
              <a:rPr lang="fr"/>
              <a:t>   </a:t>
            </a:r>
            <a:endParaRPr/>
          </a:p>
        </p:txBody>
      </p:sp>
      <p:sp>
        <p:nvSpPr>
          <p:cNvPr id="757761573" name="Espace réservé du contenu 7"/>
          <p:cNvSpPr>
            <a:spLocks noGrp="1"/>
          </p:cNvSpPr>
          <p:nvPr>
            <p:ph sz="quarter" idx="14"/>
          </p:nvPr>
        </p:nvSpPr>
        <p:spPr bwMode="auto">
          <a:xfrm>
            <a:off x="4055522" y="1104901"/>
            <a:ext cx="7476571" cy="5333999"/>
          </a:xfrm>
        </p:spPr>
        <p:txBody>
          <a:bodyPr rtlCol="0"/>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ombre en grand">
    <p:spTree>
      <p:nvGrpSpPr>
        <p:cNvPr id="1" name=""/>
        <p:cNvGrpSpPr/>
        <p:nvPr/>
      </p:nvGrpSpPr>
      <p:grpSpPr bwMode="auto">
        <a:xfrm>
          <a:off x="0" y="0"/>
          <a:ext cx="0" cy="0"/>
          <a:chOff x="0" y="0"/>
          <a:chExt cx="0" cy="0"/>
        </a:xfrm>
      </p:grpSpPr>
      <p:pic>
        <p:nvPicPr>
          <p:cNvPr id="641240231" name="Image 5" descr="Gros plan d’un arrière-plan coloré&#10;&#10;Le contenu généré par l’IA peut être incorrect."/>
          <p:cNvPicPr>
            <a:picLocks noChangeAspect="1"/>
          </p:cNvPicPr>
          <p:nvPr userDrawn="1"/>
        </p:nvPicPr>
        <p:blipFill rotWithShape="1">
          <a:blip r:embed="rId2"/>
          <a:srcRect l="0" t="17701" r="5781" b="0"/>
          <a:stretch/>
        </p:blipFill>
        <p:spPr bwMode="auto">
          <a:xfrm rot="10800000" flipH="1">
            <a:off x="0" y="-1"/>
            <a:ext cx="12192000" cy="6864096"/>
          </a:xfrm>
          <a:prstGeom prst="rect">
            <a:avLst/>
          </a:prstGeom>
        </p:spPr>
      </p:pic>
      <p:sp>
        <p:nvSpPr>
          <p:cNvPr id="1114313041" name="Titre 8"/>
          <p:cNvSpPr>
            <a:spLocks noGrp="1"/>
          </p:cNvSpPr>
          <p:nvPr>
            <p:ph type="title"/>
          </p:nvPr>
        </p:nvSpPr>
        <p:spPr bwMode="auto">
          <a:xfrm>
            <a:off x="7772400" y="5082379"/>
            <a:ext cx="4000500" cy="1169230"/>
          </a:xfrm>
        </p:spPr>
        <p:txBody>
          <a:bodyPr rtlCol="0" anchor="b">
            <a:normAutofit/>
          </a:bodyPr>
          <a:lstStyle>
            <a:lvl1pPr>
              <a:defRPr sz="2000" spc="-50"/>
            </a:lvl1pPr>
          </a:lstStyle>
          <a:p>
            <a:pPr rtl="0">
              <a:defRPr/>
            </a:pPr>
            <a:r>
              <a:rPr lang="fr"/>
              <a:t>Modifiez le style du titre</a:t>
            </a:r>
            <a:endParaRPr/>
          </a:p>
        </p:txBody>
      </p:sp>
      <p:sp>
        <p:nvSpPr>
          <p:cNvPr id="1848144574"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lang="en-US"/>
          </a:p>
        </p:txBody>
      </p:sp>
      <p:sp>
        <p:nvSpPr>
          <p:cNvPr id="635467118" name="Espace réservé de la date 2"/>
          <p:cNvSpPr>
            <a:spLocks noGrp="1"/>
          </p:cNvSpPr>
          <p:nvPr>
            <p:ph type="dt" sz="half" idx="10"/>
          </p:nvPr>
        </p:nvSpPr>
        <p:spPr bwMode="auto">
          <a:xfrm>
            <a:off x="7772400" y="209088"/>
            <a:ext cx="1970690" cy="338328"/>
          </a:xfrm>
        </p:spPr>
        <p:txBody>
          <a:bodyPr rtlCol="0"/>
          <a:lstStyle>
            <a:lvl1pPr>
              <a:defRPr>
                <a:solidFill>
                  <a:schemeClr val="tx1"/>
                </a:solidFill>
              </a:defRPr>
            </a:lvl1pPr>
          </a:lstStyle>
          <a:p>
            <a:pPr rtl="0">
              <a:defRPr/>
            </a:pPr>
            <a:r>
              <a:rPr lang="en-US"/>
              <a:t>2/12/2025</a:t>
            </a:r>
            <a:endParaRPr/>
          </a:p>
        </p:txBody>
      </p:sp>
      <p:sp>
        <p:nvSpPr>
          <p:cNvPr id="1206706055"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787476373" name="Espace réservé du contenu 11"/>
          <p:cNvSpPr>
            <a:spLocks noGrp="1"/>
          </p:cNvSpPr>
          <p:nvPr>
            <p:ph sz="quarter" idx="14" hasCustomPrompt="1"/>
          </p:nvPr>
        </p:nvSpPr>
        <p:spPr bwMode="auto">
          <a:xfrm>
            <a:off x="280988" y="1063625"/>
            <a:ext cx="10428287" cy="3508375"/>
          </a:xfrm>
        </p:spPr>
        <p:txBody>
          <a:bodyPr rtlCol="0">
            <a:noAutofit/>
          </a:bodyPr>
          <a:lstStyle>
            <a:lvl1pPr>
              <a:lnSpc>
                <a:spcPct val="80000"/>
              </a:lnSpc>
              <a:defRPr sz="26000"/>
            </a:lvl1pPr>
          </a:lstStyle>
          <a:p>
            <a:pPr lvl="0" rtl="0">
              <a:defRPr/>
            </a:pPr>
            <a:r>
              <a:rPr lang="fr"/>
              <a:t>XX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ombre en grand 2">
    <p:spTree>
      <p:nvGrpSpPr>
        <p:cNvPr id="1" name=""/>
        <p:cNvGrpSpPr/>
        <p:nvPr/>
      </p:nvGrpSpPr>
      <p:grpSpPr bwMode="auto">
        <a:xfrm>
          <a:off x="0" y="0"/>
          <a:ext cx="0" cy="0"/>
          <a:chOff x="0" y="0"/>
          <a:chExt cx="0" cy="0"/>
        </a:xfrm>
      </p:grpSpPr>
      <p:pic>
        <p:nvPicPr>
          <p:cNvPr id="1660236122" name="Image 5" descr="Gros plan d’un objet coloré&#10;&#10;Le contenu généré par l’IA peut être incorrect."/>
          <p:cNvPicPr>
            <a:picLocks noChangeAspect="1"/>
          </p:cNvPicPr>
          <p:nvPr userDrawn="1"/>
        </p:nvPicPr>
        <p:blipFill rotWithShape="1">
          <a:blip r:embed="rId2"/>
          <a:srcRect l="5171" t="-1" r="2873" b="7129"/>
          <a:stretch/>
        </p:blipFill>
        <p:spPr bwMode="auto">
          <a:xfrm rot="10800000" flipH="1" flipV="1">
            <a:off x="0" y="-1"/>
            <a:ext cx="12192000" cy="6855178"/>
          </a:xfrm>
          <a:prstGeom prst="rect">
            <a:avLst/>
          </a:prstGeom>
        </p:spPr>
      </p:pic>
      <p:sp>
        <p:nvSpPr>
          <p:cNvPr id="1537460309" name="Titre 1"/>
          <p:cNvSpPr>
            <a:spLocks noGrp="1"/>
          </p:cNvSpPr>
          <p:nvPr>
            <p:ph type="title"/>
          </p:nvPr>
        </p:nvSpPr>
        <p:spPr bwMode="auto">
          <a:xfrm>
            <a:off x="432393" y="5144654"/>
            <a:ext cx="5435008" cy="1294246"/>
          </a:xfrm>
        </p:spPr>
        <p:txBody>
          <a:bodyPr vert="horz" lIns="91440" tIns="45720" rIns="91440" bIns="45720" rtlCol="0" anchor="b">
            <a:normAutofit/>
          </a:bodyPr>
          <a:lstStyle>
            <a:lvl1pPr>
              <a:lnSpc>
                <a:spcPct val="100000"/>
              </a:lnSpc>
              <a:defRPr lang="en-US" sz="2000" spc="-50">
                <a:solidFill>
                  <a:schemeClr val="tx1"/>
                </a:solidFill>
              </a:defRPr>
            </a:lvl1pPr>
          </a:lstStyle>
          <a:p>
            <a:pPr lvl="0" rtl="0">
              <a:defRPr/>
            </a:pPr>
            <a:r>
              <a:rPr lang="fr"/>
              <a:t>Modifiez le style du titre</a:t>
            </a:r>
            <a:endParaRPr/>
          </a:p>
        </p:txBody>
      </p:sp>
      <p:sp>
        <p:nvSpPr>
          <p:cNvPr id="644532569"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454320763"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697777669"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188349021" name="Espace réservé du contenu 9"/>
          <p:cNvSpPr>
            <a:spLocks noGrp="1"/>
          </p:cNvSpPr>
          <p:nvPr>
            <p:ph sz="quarter" idx="14" hasCustomPrompt="1"/>
          </p:nvPr>
        </p:nvSpPr>
        <p:spPr bwMode="auto">
          <a:xfrm>
            <a:off x="344488" y="552450"/>
            <a:ext cx="11498262" cy="3937000"/>
          </a:xfrm>
        </p:spPr>
        <p:txBody>
          <a:bodyPr rtlCol="0" anchor="b"/>
          <a:lstStyle>
            <a:lvl1pPr>
              <a:defRPr sz="27500"/>
            </a:lvl1pPr>
          </a:lstStyle>
          <a:p>
            <a:pPr lvl="0" rtl="0">
              <a:defRPr/>
            </a:pPr>
            <a:r>
              <a:rPr lang="fr"/>
              <a:t>##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ombre en grand 3">
    <p:spTree>
      <p:nvGrpSpPr>
        <p:cNvPr id="1" name=""/>
        <p:cNvGrpSpPr/>
        <p:nvPr/>
      </p:nvGrpSpPr>
      <p:grpSpPr bwMode="auto">
        <a:xfrm>
          <a:off x="0" y="0"/>
          <a:ext cx="0" cy="0"/>
          <a:chOff x="0" y="0"/>
          <a:chExt cx="0" cy="0"/>
        </a:xfrm>
      </p:grpSpPr>
      <p:pic>
        <p:nvPicPr>
          <p:cNvPr id="2125897938" name="Image 5" descr="Arrière-plan violet et noir&#10;&#10;Le contenu généré par l’IA peut être incorrect."/>
          <p:cNvPicPr>
            <a:picLocks noChangeAspect="1"/>
          </p:cNvPicPr>
          <p:nvPr userDrawn="1"/>
        </p:nvPicPr>
        <p:blipFill rotWithShape="1">
          <a:blip r:embed="rId2"/>
          <a:stretch/>
        </p:blipFill>
        <p:spPr bwMode="auto">
          <a:xfrm>
            <a:off x="0" y="-3898"/>
            <a:ext cx="12223173" cy="6881646"/>
          </a:xfrm>
          <a:prstGeom prst="rect">
            <a:avLst/>
          </a:prstGeom>
        </p:spPr>
      </p:pic>
      <p:sp>
        <p:nvSpPr>
          <p:cNvPr id="1280403187" name="Titre 8"/>
          <p:cNvSpPr>
            <a:spLocks noGrp="1"/>
          </p:cNvSpPr>
          <p:nvPr>
            <p:ph type="title"/>
          </p:nvPr>
        </p:nvSpPr>
        <p:spPr bwMode="auto">
          <a:xfrm>
            <a:off x="7772400" y="802640"/>
            <a:ext cx="4000500" cy="1137920"/>
          </a:xfrm>
        </p:spPr>
        <p:txBody>
          <a:bodyPr rtlCol="0"/>
          <a:lstStyle>
            <a:lvl1pPr>
              <a:defRPr sz="2400" spc="-50">
                <a:solidFill>
                  <a:schemeClr val="tx1"/>
                </a:solidFill>
              </a:defRPr>
            </a:lvl1pPr>
          </a:lstStyle>
          <a:p>
            <a:pPr rtl="0">
              <a:defRPr/>
            </a:pPr>
            <a:r>
              <a:rPr lang="fr"/>
              <a:t>Modifiez le style du titre</a:t>
            </a:r>
            <a:endParaRPr/>
          </a:p>
        </p:txBody>
      </p:sp>
      <p:sp>
        <p:nvSpPr>
          <p:cNvPr id="1461971695"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304463933" name="Espace réservé de la date 2"/>
          <p:cNvSpPr>
            <a:spLocks noGrp="1"/>
          </p:cNvSpPr>
          <p:nvPr>
            <p:ph type="dt" sz="half" idx="10"/>
          </p:nvPr>
        </p:nvSpPr>
        <p:spPr bwMode="auto">
          <a:xfrm>
            <a:off x="7772400" y="214858"/>
            <a:ext cx="1485900" cy="338328"/>
          </a:xfrm>
        </p:spPr>
        <p:txBody>
          <a:bodyPr rtlCol="0"/>
          <a:lstStyle>
            <a:lvl1pPr>
              <a:defRPr>
                <a:solidFill>
                  <a:schemeClr val="tx1"/>
                </a:solidFill>
              </a:defRPr>
            </a:lvl1pPr>
          </a:lstStyle>
          <a:p>
            <a:pPr rtl="0">
              <a:defRPr/>
            </a:pPr>
            <a:r>
              <a:rPr lang="en-US"/>
              <a:t>2/12/2025</a:t>
            </a:r>
            <a:endParaRPr/>
          </a:p>
        </p:txBody>
      </p:sp>
      <p:sp>
        <p:nvSpPr>
          <p:cNvPr id="1562252384"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978519722" name="Espace réservé du contenu 11"/>
          <p:cNvSpPr>
            <a:spLocks noGrp="1"/>
          </p:cNvSpPr>
          <p:nvPr>
            <p:ph sz="quarter" idx="14" hasCustomPrompt="1"/>
          </p:nvPr>
        </p:nvSpPr>
        <p:spPr bwMode="auto">
          <a:xfrm>
            <a:off x="358775" y="2684463"/>
            <a:ext cx="11414125" cy="4411662"/>
          </a:xfrm>
        </p:spPr>
        <p:txBody>
          <a:bodyPr lIns="0" tIns="0" rIns="0" bIns="0" rtlCol="0" anchor="b"/>
          <a:lstStyle>
            <a:lvl1pPr>
              <a:lnSpc>
                <a:spcPct val="85000"/>
              </a:lnSpc>
              <a:defRPr sz="30500" spc="-100">
                <a:solidFill>
                  <a:schemeClr val="tx1"/>
                </a:solidFill>
              </a:defRPr>
            </a:lvl1pPr>
          </a:lstStyle>
          <a:p>
            <a:pPr lvl="0" rtl="0">
              <a:defRPr/>
            </a:pPr>
            <a:r>
              <a:rPr lang="fr"/>
              <a:t>##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Énoncé">
    <p:spTree>
      <p:nvGrpSpPr>
        <p:cNvPr id="1" name=""/>
        <p:cNvGrpSpPr/>
        <p:nvPr/>
      </p:nvGrpSpPr>
      <p:grpSpPr bwMode="auto">
        <a:xfrm>
          <a:off x="0" y="0"/>
          <a:ext cx="0" cy="0"/>
          <a:chOff x="0" y="0"/>
          <a:chExt cx="0" cy="0"/>
        </a:xfrm>
      </p:grpSpPr>
      <p:pic>
        <p:nvPicPr>
          <p:cNvPr id="1892794967" name="Image 5" descr="Lumière rouge et violette&#10;&#10;Le contenu généré par l’IA peut être incorrect."/>
          <p:cNvPicPr>
            <a:picLocks noChangeAspect="1"/>
          </p:cNvPicPr>
          <p:nvPr userDrawn="1"/>
        </p:nvPicPr>
        <p:blipFill rotWithShape="1">
          <a:blip r:embed="rId2"/>
          <a:srcRect l="7784" t="57458" r="22221" b="1"/>
          <a:stretch/>
        </p:blipFill>
        <p:spPr bwMode="auto">
          <a:xfrm rot="10800000">
            <a:off x="0" y="0"/>
            <a:ext cx="12192000" cy="4802819"/>
          </a:xfrm>
          <a:prstGeom prst="rect">
            <a:avLst/>
          </a:prstGeom>
        </p:spPr>
      </p:pic>
      <p:sp>
        <p:nvSpPr>
          <p:cNvPr id="169474803" name="Titre 1"/>
          <p:cNvSpPr>
            <a:spLocks noGrp="1"/>
          </p:cNvSpPr>
          <p:nvPr>
            <p:ph type="title"/>
          </p:nvPr>
        </p:nvSpPr>
        <p:spPr bwMode="auto">
          <a:xfrm>
            <a:off x="612648" y="-1133856"/>
            <a:ext cx="10652760" cy="914400"/>
          </a:xfrm>
        </p:spPr>
        <p:txBody>
          <a:bodyPr rtlCol="0"/>
          <a:lstStyle>
            <a:lvl1pPr>
              <a:defRPr>
                <a:solidFill>
                  <a:schemeClr val="tx1"/>
                </a:solidFill>
              </a:defRPr>
            </a:lvl1pPr>
          </a:lstStyle>
          <a:p>
            <a:pPr rtl="0">
              <a:defRPr/>
            </a:pPr>
            <a:r>
              <a:rPr lang="fr"/>
              <a:t>Modifiez le style du titre</a:t>
            </a:r>
            <a:endParaRPr/>
          </a:p>
        </p:txBody>
      </p:sp>
      <p:sp>
        <p:nvSpPr>
          <p:cNvPr id="310331684"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914532962"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673215780"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840517711" name="Espace réservé du contenu 6"/>
          <p:cNvSpPr>
            <a:spLocks noGrp="1"/>
          </p:cNvSpPr>
          <p:nvPr>
            <p:ph sz="quarter" idx="13" hasCustomPrompt="1"/>
          </p:nvPr>
        </p:nvSpPr>
        <p:spPr bwMode="auto">
          <a:xfrm>
            <a:off x="419099" y="2885606"/>
            <a:ext cx="8801101" cy="3553293"/>
          </a:xfrm>
        </p:spPr>
        <p:txBody>
          <a:bodyPr rtlCol="0" anchor="b">
            <a:normAutofit/>
          </a:bodyPr>
          <a:lstStyle>
            <a:lvl1pPr marL="0" indent="0">
              <a:lnSpc>
                <a:spcPct val="85000"/>
              </a:lnSpc>
              <a:buNone/>
              <a:defRPr sz="6000" b="0" spc="-50">
                <a:solidFill>
                  <a:schemeClr val="tx1"/>
                </a:solidFill>
              </a:defRPr>
            </a:lvl1pPr>
            <a:lvl2pPr marL="228600" indent="0">
              <a:lnSpc>
                <a:spcPct val="85000"/>
              </a:lnSpc>
              <a:buNone/>
              <a:defRPr sz="4400" b="0" spc="-50">
                <a:solidFill>
                  <a:schemeClr val="tx1"/>
                </a:solidFill>
              </a:defRPr>
            </a:lvl2pPr>
            <a:lvl3pPr marL="457200" indent="0">
              <a:lnSpc>
                <a:spcPct val="85000"/>
              </a:lnSpc>
              <a:buNone/>
              <a:defRPr sz="4000" b="0" spc="-50">
                <a:solidFill>
                  <a:schemeClr val="tx1"/>
                </a:solidFill>
              </a:defRPr>
            </a:lvl3pPr>
            <a:lvl4pPr marL="685800" indent="0">
              <a:lnSpc>
                <a:spcPct val="85000"/>
              </a:lnSpc>
              <a:buNone/>
              <a:defRPr sz="3600" b="0" spc="-50">
                <a:solidFill>
                  <a:schemeClr val="tx1"/>
                </a:solidFill>
              </a:defRPr>
            </a:lvl4pPr>
            <a:lvl5pPr marL="914400" indent="0">
              <a:lnSpc>
                <a:spcPct val="85000"/>
              </a:lnSpc>
              <a:buNone/>
              <a:defRPr sz="3200" b="0" spc="-50">
                <a:solidFill>
                  <a:schemeClr val="tx1"/>
                </a:solidFill>
              </a:defRPr>
            </a:lvl5pPr>
          </a:lstStyle>
          <a:p>
            <a:pPr lvl="0" rtl="0">
              <a:defRPr/>
            </a:pPr>
            <a:r>
              <a:rPr lang="fr"/>
              <a:t>Cliquer pour ajouter un énoncé</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Énoncé 2">
    <p:spTree>
      <p:nvGrpSpPr>
        <p:cNvPr id="1" name=""/>
        <p:cNvGrpSpPr/>
        <p:nvPr/>
      </p:nvGrpSpPr>
      <p:grpSpPr bwMode="auto">
        <a:xfrm>
          <a:off x="0" y="0"/>
          <a:ext cx="0" cy="0"/>
          <a:chOff x="0" y="0"/>
          <a:chExt cx="0" cy="0"/>
        </a:xfrm>
      </p:grpSpPr>
      <p:pic>
        <p:nvPicPr>
          <p:cNvPr id="107696626" name="Image 7" descr="Lumière rouge et violette&#10;&#10;Le contenu généré par l’IA peut être incorrect."/>
          <p:cNvPicPr>
            <a:picLocks noChangeAspect="1"/>
          </p:cNvPicPr>
          <p:nvPr userDrawn="1"/>
        </p:nvPicPr>
        <p:blipFill rotWithShape="1">
          <a:blip r:embed="rId2"/>
          <a:srcRect l="2077" t="38162" r="27927" b="1090"/>
          <a:stretch/>
        </p:blipFill>
        <p:spPr bwMode="auto">
          <a:xfrm>
            <a:off x="0" y="0"/>
            <a:ext cx="12192000" cy="6858000"/>
          </a:xfrm>
          <a:prstGeom prst="rect">
            <a:avLst/>
          </a:prstGeom>
        </p:spPr>
      </p:pic>
      <p:sp>
        <p:nvSpPr>
          <p:cNvPr id="224890206" name="Titre 1"/>
          <p:cNvSpPr>
            <a:spLocks noGrp="1"/>
          </p:cNvSpPr>
          <p:nvPr>
            <p:ph type="title"/>
          </p:nvPr>
        </p:nvSpPr>
        <p:spPr bwMode="auto">
          <a:xfrm>
            <a:off x="612648" y="-1133856"/>
            <a:ext cx="10652760" cy="914400"/>
          </a:xfrm>
        </p:spPr>
        <p:txBody>
          <a:bodyPr rtlCol="0"/>
          <a:lstStyle>
            <a:lvl1pPr>
              <a:defRPr>
                <a:solidFill>
                  <a:schemeClr val="tx1"/>
                </a:solidFill>
              </a:defRPr>
            </a:lvl1pPr>
          </a:lstStyle>
          <a:p>
            <a:pPr rtl="0">
              <a:defRPr/>
            </a:pPr>
            <a:r>
              <a:rPr lang="fr"/>
              <a:t>Modifiez le style du titre</a:t>
            </a:r>
            <a:endParaRPr/>
          </a:p>
        </p:txBody>
      </p:sp>
      <p:sp>
        <p:nvSpPr>
          <p:cNvPr id="917724490" name="Espace réservé du pied de page 3"/>
          <p:cNvSpPr>
            <a:spLocks noGrp="1"/>
          </p:cNvSpPr>
          <p:nvPr>
            <p:ph type="ftr" sz="quarter" idx="11"/>
          </p:nvPr>
        </p:nvSpPr>
        <p:spPr bwMode="auto">
          <a:xfrm>
            <a:off x="3352800" y="219456"/>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1769635946" name="Espace réservé de la date 2"/>
          <p:cNvSpPr>
            <a:spLocks noGrp="1"/>
          </p:cNvSpPr>
          <p:nvPr>
            <p:ph type="dt" sz="half" idx="10"/>
          </p:nvPr>
        </p:nvSpPr>
        <p:spPr bwMode="auto">
          <a:xfrm>
            <a:off x="9220200" y="219456"/>
            <a:ext cx="1522740" cy="338328"/>
          </a:xfrm>
        </p:spPr>
        <p:txBody>
          <a:bodyPr rtlCol="0"/>
          <a:lstStyle>
            <a:lvl1pPr>
              <a:defRPr>
                <a:solidFill>
                  <a:schemeClr val="tx1"/>
                </a:solidFill>
              </a:defRPr>
            </a:lvl1pPr>
          </a:lstStyle>
          <a:p>
            <a:pPr rtl="0">
              <a:defRPr/>
            </a:pPr>
            <a:r>
              <a:rPr lang="en-US"/>
              <a:t>2/12/2025</a:t>
            </a:r>
            <a:endParaRPr/>
          </a:p>
        </p:txBody>
      </p:sp>
      <p:sp>
        <p:nvSpPr>
          <p:cNvPr id="181063659" name="Espace réservé du numéro de diapositive 4"/>
          <p:cNvSpPr>
            <a:spLocks noGrp="1"/>
          </p:cNvSpPr>
          <p:nvPr>
            <p:ph type="sldNum" sz="quarter" idx="12"/>
          </p:nvPr>
        </p:nvSpPr>
        <p:spPr bwMode="auto">
          <a:xfrm>
            <a:off x="11291657" y="219456"/>
            <a:ext cx="555948"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923372430" name="Espace réservé du contenu 6"/>
          <p:cNvSpPr>
            <a:spLocks noGrp="1"/>
          </p:cNvSpPr>
          <p:nvPr>
            <p:ph sz="quarter" idx="13" hasCustomPrompt="1"/>
          </p:nvPr>
        </p:nvSpPr>
        <p:spPr bwMode="auto">
          <a:xfrm>
            <a:off x="3352800" y="1405719"/>
            <a:ext cx="7353300" cy="4012442"/>
          </a:xfrm>
        </p:spPr>
        <p:txBody>
          <a:bodyPr rtlCol="0" anchor="t">
            <a:normAutofit/>
          </a:bodyPr>
          <a:lstStyle>
            <a:lvl1pPr marL="0" indent="0">
              <a:lnSpc>
                <a:spcPct val="85000"/>
              </a:lnSpc>
              <a:buNone/>
              <a:defRPr sz="5400" b="0" spc="-50">
                <a:solidFill>
                  <a:schemeClr val="tx1"/>
                </a:solidFill>
              </a:defRPr>
            </a:lvl1pPr>
            <a:lvl2pPr marL="228600" indent="0">
              <a:lnSpc>
                <a:spcPct val="85000"/>
              </a:lnSpc>
              <a:buNone/>
              <a:defRPr sz="4800" b="0" spc="-50">
                <a:solidFill>
                  <a:schemeClr val="tx1"/>
                </a:solidFill>
              </a:defRPr>
            </a:lvl2pPr>
            <a:lvl3pPr marL="457200" indent="0">
              <a:lnSpc>
                <a:spcPct val="85000"/>
              </a:lnSpc>
              <a:buNone/>
              <a:defRPr sz="4400" b="0" spc="-50">
                <a:solidFill>
                  <a:schemeClr val="tx1"/>
                </a:solidFill>
              </a:defRPr>
            </a:lvl3pPr>
            <a:lvl4pPr marL="685800" indent="0">
              <a:lnSpc>
                <a:spcPct val="85000"/>
              </a:lnSpc>
              <a:buNone/>
              <a:defRPr sz="3600" b="0" spc="-50">
                <a:solidFill>
                  <a:schemeClr val="tx1"/>
                </a:solidFill>
              </a:defRPr>
            </a:lvl4pPr>
            <a:lvl5pPr marL="914400" indent="0">
              <a:lnSpc>
                <a:spcPct val="85000"/>
              </a:lnSpc>
              <a:buNone/>
              <a:defRPr sz="3600" b="0" spc="-50">
                <a:solidFill>
                  <a:schemeClr val="tx1"/>
                </a:solidFill>
              </a:defRPr>
            </a:lvl5pPr>
          </a:lstStyle>
          <a:p>
            <a:pPr lvl="0" rtl="0">
              <a:defRPr/>
            </a:pPr>
            <a:r>
              <a:rPr lang="fr"/>
              <a:t>Cliquer pour ajouter un énoncé</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Énoncé 3">
    <p:spTree>
      <p:nvGrpSpPr>
        <p:cNvPr id="1" name=""/>
        <p:cNvGrpSpPr/>
        <p:nvPr/>
      </p:nvGrpSpPr>
      <p:grpSpPr bwMode="auto">
        <a:xfrm>
          <a:off x="0" y="0"/>
          <a:ext cx="0" cy="0"/>
          <a:chOff x="0" y="0"/>
          <a:chExt cx="0" cy="0"/>
        </a:xfrm>
      </p:grpSpPr>
      <p:pic>
        <p:nvPicPr>
          <p:cNvPr id="131461200" name="Image 5" descr="Gros plan d’un objet coloré&#10;&#10;Le contenu généré par l’IA peut être incorrect."/>
          <p:cNvPicPr>
            <a:picLocks noChangeAspect="1"/>
          </p:cNvPicPr>
          <p:nvPr userDrawn="1"/>
        </p:nvPicPr>
        <p:blipFill rotWithShape="1">
          <a:blip r:embed="rId2"/>
          <a:srcRect l="1125" t="0" r="1125" b="21235"/>
          <a:stretch/>
        </p:blipFill>
        <p:spPr bwMode="auto">
          <a:xfrm rot="10800000">
            <a:off x="0" y="875"/>
            <a:ext cx="12192000" cy="6857125"/>
          </a:xfrm>
          <a:prstGeom prst="rect">
            <a:avLst/>
          </a:prstGeom>
        </p:spPr>
      </p:pic>
      <p:sp>
        <p:nvSpPr>
          <p:cNvPr id="2111287619" name="Titre 1"/>
          <p:cNvSpPr>
            <a:spLocks noGrp="1"/>
          </p:cNvSpPr>
          <p:nvPr>
            <p:ph type="title"/>
          </p:nvPr>
        </p:nvSpPr>
        <p:spPr bwMode="auto">
          <a:xfrm>
            <a:off x="612648" y="-1133856"/>
            <a:ext cx="10652760" cy="914400"/>
          </a:xfrm>
        </p:spPr>
        <p:txBody>
          <a:bodyPr rtlCol="0"/>
          <a:lstStyle>
            <a:lvl1pPr>
              <a:defRPr>
                <a:solidFill>
                  <a:schemeClr val="tx1"/>
                </a:solidFill>
              </a:defRPr>
            </a:lvl1pPr>
          </a:lstStyle>
          <a:p>
            <a:pPr rtl="0">
              <a:defRPr/>
            </a:pPr>
            <a:r>
              <a:rPr lang="fr"/>
              <a:t>Modifiez le style du titre</a:t>
            </a:r>
            <a:endParaRPr/>
          </a:p>
        </p:txBody>
      </p:sp>
      <p:sp>
        <p:nvSpPr>
          <p:cNvPr id="8989842" name="Espace réservé du pied de page 3"/>
          <p:cNvSpPr>
            <a:spLocks noGrp="1"/>
          </p:cNvSpPr>
          <p:nvPr>
            <p:ph type="ftr" sz="quarter" idx="11"/>
          </p:nvPr>
        </p:nvSpPr>
        <p:spPr bwMode="auto">
          <a:xfrm>
            <a:off x="4838700"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1557828618"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560892975"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61170059" name="Espace réservé du contenu 6"/>
          <p:cNvSpPr>
            <a:spLocks noGrp="1"/>
          </p:cNvSpPr>
          <p:nvPr>
            <p:ph sz="quarter" idx="13" hasCustomPrompt="1"/>
          </p:nvPr>
        </p:nvSpPr>
        <p:spPr bwMode="auto">
          <a:xfrm>
            <a:off x="4838700" y="1740023"/>
            <a:ext cx="6310269" cy="4637725"/>
          </a:xfrm>
        </p:spPr>
        <p:txBody>
          <a:bodyPr rtlCol="0" anchor="b">
            <a:normAutofit/>
          </a:bodyPr>
          <a:lstStyle>
            <a:lvl1pPr marL="0" indent="0">
              <a:lnSpc>
                <a:spcPct val="85000"/>
              </a:lnSpc>
              <a:buNone/>
              <a:defRPr sz="4800" b="0" spc="-50">
                <a:solidFill>
                  <a:schemeClr val="tx1"/>
                </a:solidFill>
              </a:defRPr>
            </a:lvl1pPr>
            <a:lvl2pPr marL="228600" indent="0">
              <a:lnSpc>
                <a:spcPct val="85000"/>
              </a:lnSpc>
              <a:buNone/>
              <a:defRPr sz="4000" b="0" spc="-50">
                <a:solidFill>
                  <a:schemeClr val="tx1"/>
                </a:solidFill>
              </a:defRPr>
            </a:lvl2pPr>
            <a:lvl3pPr marL="457200" indent="0">
              <a:lnSpc>
                <a:spcPct val="85000"/>
              </a:lnSpc>
              <a:buNone/>
              <a:defRPr sz="3200" b="0" spc="-50">
                <a:solidFill>
                  <a:schemeClr val="tx1"/>
                </a:solidFill>
              </a:defRPr>
            </a:lvl3pPr>
            <a:lvl4pPr marL="685800" indent="0">
              <a:lnSpc>
                <a:spcPct val="85000"/>
              </a:lnSpc>
              <a:buNone/>
              <a:defRPr sz="2800" b="0" spc="-50">
                <a:solidFill>
                  <a:schemeClr val="tx1"/>
                </a:solidFill>
              </a:defRPr>
            </a:lvl4pPr>
            <a:lvl5pPr marL="914400" indent="0">
              <a:lnSpc>
                <a:spcPct val="85000"/>
              </a:lnSpc>
              <a:buNone/>
              <a:defRPr sz="2400" b="0" spc="-50">
                <a:solidFill>
                  <a:schemeClr val="tx1"/>
                </a:solidFill>
              </a:defRPr>
            </a:lvl5pPr>
          </a:lstStyle>
          <a:p>
            <a:pPr lvl="0" rtl="0">
              <a:defRPr/>
            </a:pPr>
            <a:r>
              <a:rPr lang="fr"/>
              <a:t>Cliquer pour ajouter un énoncé</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Énoncé 4">
    <p:spTree>
      <p:nvGrpSpPr>
        <p:cNvPr id="1" name=""/>
        <p:cNvGrpSpPr/>
        <p:nvPr/>
      </p:nvGrpSpPr>
      <p:grpSpPr bwMode="auto">
        <a:xfrm>
          <a:off x="0" y="0"/>
          <a:ext cx="0" cy="0"/>
          <a:chOff x="0" y="0"/>
          <a:chExt cx="0" cy="0"/>
        </a:xfrm>
      </p:grpSpPr>
      <p:sp>
        <p:nvSpPr>
          <p:cNvPr id="1700005364" name="Titre 1"/>
          <p:cNvSpPr>
            <a:spLocks noGrp="1"/>
          </p:cNvSpPr>
          <p:nvPr>
            <p:ph type="title"/>
          </p:nvPr>
        </p:nvSpPr>
        <p:spPr bwMode="auto">
          <a:xfrm>
            <a:off x="612648" y="-1133856"/>
            <a:ext cx="10652760" cy="914400"/>
          </a:xfrm>
        </p:spPr>
        <p:txBody>
          <a:bodyPr rtlCol="0"/>
          <a:lstStyle>
            <a:lvl1pPr>
              <a:defRPr>
                <a:solidFill>
                  <a:schemeClr val="tx1"/>
                </a:solidFill>
              </a:defRPr>
            </a:lvl1pPr>
          </a:lstStyle>
          <a:p>
            <a:pPr rtl="0">
              <a:defRPr/>
            </a:pPr>
            <a:r>
              <a:rPr lang="fr"/>
              <a:t>Modifiez le style du titre</a:t>
            </a:r>
            <a:endParaRPr/>
          </a:p>
        </p:txBody>
      </p:sp>
      <p:sp>
        <p:nvSpPr>
          <p:cNvPr id="196003377"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366229858"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35486066"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138078382" name="Espace réservé du contenu 6"/>
          <p:cNvSpPr>
            <a:spLocks noGrp="1"/>
          </p:cNvSpPr>
          <p:nvPr>
            <p:ph sz="quarter" idx="13" hasCustomPrompt="1"/>
          </p:nvPr>
        </p:nvSpPr>
        <p:spPr bwMode="auto">
          <a:xfrm>
            <a:off x="419099" y="2133600"/>
            <a:ext cx="9393641" cy="4305299"/>
          </a:xfrm>
        </p:spPr>
        <p:txBody>
          <a:bodyPr rtlCol="0" anchor="b">
            <a:normAutofit/>
          </a:bodyPr>
          <a:lstStyle>
            <a:lvl1pPr marL="0" indent="0">
              <a:lnSpc>
                <a:spcPct val="85000"/>
              </a:lnSpc>
              <a:buNone/>
              <a:defRPr sz="7200" b="0" spc="-50">
                <a:solidFill>
                  <a:schemeClr val="tx1"/>
                </a:solidFill>
              </a:defRPr>
            </a:lvl1pPr>
            <a:lvl2pPr marL="228600" indent="0">
              <a:lnSpc>
                <a:spcPct val="85000"/>
              </a:lnSpc>
              <a:buNone/>
              <a:defRPr sz="5400" b="0" spc="-50">
                <a:solidFill>
                  <a:schemeClr val="tx1"/>
                </a:solidFill>
              </a:defRPr>
            </a:lvl2pPr>
            <a:lvl3pPr marL="457200" indent="0">
              <a:lnSpc>
                <a:spcPct val="85000"/>
              </a:lnSpc>
              <a:buNone/>
              <a:defRPr sz="4800" b="0" spc="-50">
                <a:solidFill>
                  <a:schemeClr val="tx1"/>
                </a:solidFill>
              </a:defRPr>
            </a:lvl3pPr>
            <a:lvl4pPr marL="685800" indent="0">
              <a:lnSpc>
                <a:spcPct val="85000"/>
              </a:lnSpc>
              <a:buNone/>
              <a:defRPr sz="4400" b="0" spc="-50">
                <a:solidFill>
                  <a:schemeClr val="tx1"/>
                </a:solidFill>
              </a:defRPr>
            </a:lvl4pPr>
            <a:lvl5pPr marL="914400" indent="0">
              <a:lnSpc>
                <a:spcPct val="85000"/>
              </a:lnSpc>
              <a:buNone/>
              <a:defRPr sz="4000" b="0" spc="-50">
                <a:solidFill>
                  <a:schemeClr val="tx1"/>
                </a:solidFill>
              </a:defRPr>
            </a:lvl5pPr>
          </a:lstStyle>
          <a:p>
            <a:pPr lvl="0" rtl="0">
              <a:defRPr/>
            </a:pPr>
            <a:r>
              <a:rPr lang="fr"/>
              <a:t>Cliquer pour ajouter un énoncé</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itation">
    <p:spTree>
      <p:nvGrpSpPr>
        <p:cNvPr id="1" name=""/>
        <p:cNvGrpSpPr/>
        <p:nvPr/>
      </p:nvGrpSpPr>
      <p:grpSpPr bwMode="auto">
        <a:xfrm>
          <a:off x="0" y="0"/>
          <a:ext cx="0" cy="0"/>
          <a:chOff x="0" y="0"/>
          <a:chExt cx="0" cy="0"/>
        </a:xfrm>
      </p:grpSpPr>
      <p:pic>
        <p:nvPicPr>
          <p:cNvPr id="261416314" name="Image 5" descr="Gros plan d’un arrière-plan coloré&#10;&#10;Le contenu généré par l’IA peut être incorrect."/>
          <p:cNvPicPr>
            <a:picLocks noChangeAspect="1"/>
          </p:cNvPicPr>
          <p:nvPr userDrawn="1"/>
        </p:nvPicPr>
        <p:blipFill rotWithShape="1">
          <a:blip r:embed="rId2"/>
          <a:srcRect l="1290" t="22024" r="10010" b="0"/>
          <a:stretch/>
        </p:blipFill>
        <p:spPr bwMode="auto">
          <a:xfrm rot="10800000" flipH="1">
            <a:off x="0" y="0"/>
            <a:ext cx="12192000" cy="6864096"/>
          </a:xfrm>
          <a:prstGeom prst="rect">
            <a:avLst/>
          </a:prstGeom>
        </p:spPr>
      </p:pic>
      <p:sp>
        <p:nvSpPr>
          <p:cNvPr id="966391677" name="Titre 1"/>
          <p:cNvSpPr>
            <a:spLocks noGrp="1"/>
          </p:cNvSpPr>
          <p:nvPr>
            <p:ph type="title" hasCustomPrompt="1"/>
          </p:nvPr>
        </p:nvSpPr>
        <p:spPr bwMode="auto">
          <a:xfrm>
            <a:off x="1866899" y="4874218"/>
            <a:ext cx="8506567" cy="666427"/>
          </a:xfrm>
        </p:spPr>
        <p:txBody>
          <a:bodyPr rtlCol="0" anchor="ctr">
            <a:normAutofit/>
          </a:bodyPr>
          <a:lstStyle>
            <a:lvl1pPr algn="r">
              <a:lnSpc>
                <a:spcPct val="90000"/>
              </a:lnSpc>
              <a:defRPr sz="1400" b="0" cap="all" spc="100">
                <a:solidFill>
                  <a:schemeClr val="tx1"/>
                </a:solidFill>
              </a:defRPr>
            </a:lvl1pPr>
          </a:lstStyle>
          <a:p>
            <a:pPr rtl="0">
              <a:defRPr/>
            </a:pPr>
            <a:r>
              <a:rPr lang="fr"/>
              <a:t>Auteur de la citation</a:t>
            </a:r>
            <a:endParaRPr/>
          </a:p>
        </p:txBody>
      </p:sp>
      <p:sp>
        <p:nvSpPr>
          <p:cNvPr id="610821181"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515593325"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928044124"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75475421" name="Espace réservé du contenu 6"/>
          <p:cNvSpPr>
            <a:spLocks noGrp="1"/>
          </p:cNvSpPr>
          <p:nvPr>
            <p:ph sz="quarter" idx="13" hasCustomPrompt="1"/>
          </p:nvPr>
        </p:nvSpPr>
        <p:spPr bwMode="auto">
          <a:xfrm>
            <a:off x="1866899" y="1856096"/>
            <a:ext cx="8506567" cy="2855388"/>
          </a:xfrm>
        </p:spPr>
        <p:txBody>
          <a:bodyPr rtlCol="0" anchor="ctr">
            <a:normAutofit/>
          </a:bodyPr>
          <a:lstStyle>
            <a:lvl1pPr marL="164592" indent="-164592">
              <a:lnSpc>
                <a:spcPct val="90000"/>
              </a:lnSpc>
              <a:spcBef>
                <a:spcPts val="0"/>
              </a:spcBef>
              <a:buFont typeface="Arial"/>
              <a:buNone/>
              <a:defRPr sz="5000" spc="-50">
                <a:solidFill>
                  <a:schemeClr val="tx1"/>
                </a:solidFill>
              </a:defRPr>
            </a:lvl1pPr>
          </a:lstStyle>
          <a:p>
            <a:pPr lvl="0" rtl="0">
              <a:defRPr/>
            </a:pPr>
            <a:r>
              <a:rPr lang="fr"/>
              <a:t>Cliquer pour ajouter une citation</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itation 2">
    <p:spTree>
      <p:nvGrpSpPr>
        <p:cNvPr id="1" name=""/>
        <p:cNvGrpSpPr/>
        <p:nvPr/>
      </p:nvGrpSpPr>
      <p:grpSpPr bwMode="auto">
        <a:xfrm>
          <a:off x="0" y="0"/>
          <a:ext cx="0" cy="0"/>
          <a:chOff x="0" y="0"/>
          <a:chExt cx="0" cy="0"/>
        </a:xfrm>
      </p:grpSpPr>
      <p:pic>
        <p:nvPicPr>
          <p:cNvPr id="49802395" name="Image 9" descr="Arrière-plan noir avec une lumière rouge et jaune&#10;&#10;Le contenu généré par l’IA peut être incorrect."/>
          <p:cNvPicPr>
            <a:picLocks noChangeAspect="1"/>
          </p:cNvPicPr>
          <p:nvPr userDrawn="1"/>
        </p:nvPicPr>
        <p:blipFill rotWithShape="1">
          <a:blip r:embed="rId2"/>
          <a:srcRect l="4682" t="0" r="20480" b="0"/>
          <a:stretch/>
        </p:blipFill>
        <p:spPr bwMode="auto">
          <a:xfrm rot="5400000" flipH="1">
            <a:off x="2667001" y="-2667001"/>
            <a:ext cx="6858000" cy="12192001"/>
          </a:xfrm>
          <a:prstGeom prst="rect">
            <a:avLst/>
          </a:prstGeom>
        </p:spPr>
      </p:pic>
      <p:sp>
        <p:nvSpPr>
          <p:cNvPr id="1807796246" name="Titre 1"/>
          <p:cNvSpPr>
            <a:spLocks noGrp="1"/>
          </p:cNvSpPr>
          <p:nvPr>
            <p:ph type="title" hasCustomPrompt="1"/>
          </p:nvPr>
        </p:nvSpPr>
        <p:spPr bwMode="auto">
          <a:xfrm>
            <a:off x="432392" y="5226427"/>
            <a:ext cx="8382001" cy="837861"/>
          </a:xfrm>
        </p:spPr>
        <p:txBody>
          <a:bodyPr rtlCol="0" anchor="t">
            <a:normAutofit/>
          </a:bodyPr>
          <a:lstStyle>
            <a:lvl1pPr>
              <a:lnSpc>
                <a:spcPct val="90000"/>
              </a:lnSpc>
              <a:defRPr sz="1400" b="0" cap="all" spc="0">
                <a:solidFill>
                  <a:schemeClr val="tx1"/>
                </a:solidFill>
              </a:defRPr>
            </a:lvl1pPr>
          </a:lstStyle>
          <a:p>
            <a:pPr rtl="0">
              <a:defRPr/>
            </a:pPr>
            <a:r>
              <a:rPr lang="fr"/>
              <a:t>Auteur de la citation</a:t>
            </a:r>
            <a:endParaRPr/>
          </a:p>
        </p:txBody>
      </p:sp>
      <p:sp>
        <p:nvSpPr>
          <p:cNvPr id="1969974379"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45283035"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332371307"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91762239" name="Espace réservé du contenu 6"/>
          <p:cNvSpPr>
            <a:spLocks noGrp="1"/>
          </p:cNvSpPr>
          <p:nvPr>
            <p:ph sz="quarter" idx="13" hasCustomPrompt="1"/>
          </p:nvPr>
        </p:nvSpPr>
        <p:spPr bwMode="auto">
          <a:xfrm>
            <a:off x="432392" y="2017401"/>
            <a:ext cx="8368707" cy="2981163"/>
          </a:xfrm>
        </p:spPr>
        <p:txBody>
          <a:bodyPr rtlCol="0" anchor="t">
            <a:normAutofit/>
          </a:bodyPr>
          <a:lstStyle>
            <a:lvl1pPr marL="164592" indent="-164592">
              <a:lnSpc>
                <a:spcPct val="90000"/>
              </a:lnSpc>
              <a:spcBef>
                <a:spcPts val="0"/>
              </a:spcBef>
              <a:buFont typeface="Arial"/>
              <a:buNone/>
              <a:defRPr sz="4600" spc="-50">
                <a:solidFill>
                  <a:schemeClr val="tx1"/>
                </a:solidFill>
              </a:defRPr>
            </a:lvl1pPr>
          </a:lstStyle>
          <a:p>
            <a:pPr lvl="0" rtl="0">
              <a:defRPr/>
            </a:pPr>
            <a:r>
              <a:rPr lang="fr"/>
              <a:t>Cliquer pour ajouter une citation</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itation 3">
    <p:spTree>
      <p:nvGrpSpPr>
        <p:cNvPr id="1" name=""/>
        <p:cNvGrpSpPr/>
        <p:nvPr/>
      </p:nvGrpSpPr>
      <p:grpSpPr bwMode="auto">
        <a:xfrm>
          <a:off x="0" y="0"/>
          <a:ext cx="0" cy="0"/>
          <a:chOff x="0" y="0"/>
          <a:chExt cx="0" cy="0"/>
        </a:xfrm>
      </p:grpSpPr>
      <p:pic>
        <p:nvPicPr>
          <p:cNvPr id="235980174" name="Image 8" descr="Lumière colorée sur un arrière-plan noir&#10;&#10;Le contenu généré par l’IA peut être incorrect."/>
          <p:cNvPicPr>
            <a:picLocks noChangeAspect="1"/>
          </p:cNvPicPr>
          <p:nvPr userDrawn="1"/>
        </p:nvPicPr>
        <p:blipFill rotWithShape="1">
          <a:blip r:embed="rId2"/>
          <a:stretch/>
        </p:blipFill>
        <p:spPr bwMode="auto">
          <a:xfrm flipH="1">
            <a:off x="0" y="1115568"/>
            <a:ext cx="12192000" cy="5742432"/>
          </a:xfrm>
          <a:prstGeom prst="rect">
            <a:avLst/>
          </a:prstGeom>
        </p:spPr>
      </p:pic>
      <p:sp>
        <p:nvSpPr>
          <p:cNvPr id="799117468" name="Titre 1"/>
          <p:cNvSpPr>
            <a:spLocks noGrp="1"/>
          </p:cNvSpPr>
          <p:nvPr>
            <p:ph type="title" hasCustomPrompt="1"/>
          </p:nvPr>
        </p:nvSpPr>
        <p:spPr bwMode="auto">
          <a:xfrm>
            <a:off x="453982" y="5029200"/>
            <a:ext cx="8347118" cy="713232"/>
          </a:xfrm>
        </p:spPr>
        <p:txBody>
          <a:bodyPr rtlCol="0" anchor="t">
            <a:normAutofit/>
          </a:bodyPr>
          <a:lstStyle>
            <a:lvl1pPr>
              <a:lnSpc>
                <a:spcPct val="90000"/>
              </a:lnSpc>
              <a:defRPr sz="1400" b="0" cap="all" spc="-50">
                <a:solidFill>
                  <a:schemeClr val="tx1"/>
                </a:solidFill>
              </a:defRPr>
            </a:lvl1pPr>
          </a:lstStyle>
          <a:p>
            <a:pPr rtl="0">
              <a:defRPr/>
            </a:pPr>
            <a:r>
              <a:rPr lang="fr"/>
              <a:t>Auteur de la citation</a:t>
            </a:r>
            <a:endParaRPr/>
          </a:p>
        </p:txBody>
      </p:sp>
      <p:sp>
        <p:nvSpPr>
          <p:cNvPr id="2145855059" name="Espace réservé du pied de page 3"/>
          <p:cNvSpPr>
            <a:spLocks noGrp="1"/>
          </p:cNvSpPr>
          <p:nvPr>
            <p:ph type="ftr" sz="quarter" idx="11"/>
          </p:nvPr>
        </p:nvSpPr>
        <p:spPr bwMode="auto">
          <a:xfrm>
            <a:off x="429768"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992994526"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086670594"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954347201" name="Espace réservé du contenu 6"/>
          <p:cNvSpPr>
            <a:spLocks noGrp="1"/>
          </p:cNvSpPr>
          <p:nvPr>
            <p:ph sz="quarter" idx="13" hasCustomPrompt="1"/>
          </p:nvPr>
        </p:nvSpPr>
        <p:spPr bwMode="auto">
          <a:xfrm>
            <a:off x="453982" y="1115568"/>
            <a:ext cx="8347118" cy="3584448"/>
          </a:xfrm>
        </p:spPr>
        <p:txBody>
          <a:bodyPr rtlCol="0" anchor="ctr">
            <a:normAutofit/>
          </a:bodyPr>
          <a:lstStyle>
            <a:lvl1pPr marL="137160" indent="-137160">
              <a:lnSpc>
                <a:spcPct val="90000"/>
              </a:lnSpc>
              <a:spcBef>
                <a:spcPts val="0"/>
              </a:spcBef>
              <a:buFont typeface="Arial"/>
              <a:buNone/>
              <a:defRPr sz="5000" spc="-50">
                <a:solidFill>
                  <a:schemeClr val="tx1"/>
                </a:solidFill>
              </a:defRPr>
            </a:lvl1pPr>
          </a:lstStyle>
          <a:p>
            <a:pPr lvl="0" rtl="0">
              <a:defRPr/>
            </a:pPr>
            <a:r>
              <a:rPr lang="fr"/>
              <a:t>Cliquer pour ajouter une citation</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itation 4">
    <p:spTree>
      <p:nvGrpSpPr>
        <p:cNvPr id="1" name=""/>
        <p:cNvGrpSpPr/>
        <p:nvPr/>
      </p:nvGrpSpPr>
      <p:grpSpPr bwMode="auto">
        <a:xfrm>
          <a:off x="0" y="0"/>
          <a:ext cx="0" cy="0"/>
          <a:chOff x="0" y="0"/>
          <a:chExt cx="0" cy="0"/>
        </a:xfrm>
      </p:grpSpPr>
      <p:pic>
        <p:nvPicPr>
          <p:cNvPr id="566425876" name="Image 5" descr="Gros plan d’un objet coloré&#10;&#10;Le contenu généré par l’IA peut être incorrect."/>
          <p:cNvPicPr>
            <a:picLocks noChangeAspect="1"/>
          </p:cNvPicPr>
          <p:nvPr userDrawn="1"/>
        </p:nvPicPr>
        <p:blipFill rotWithShape="1">
          <a:blip r:embed="rId2"/>
          <a:srcRect l="-7769" t="8943" r="103" b="13677"/>
          <a:stretch/>
        </p:blipFill>
        <p:spPr bwMode="auto">
          <a:xfrm>
            <a:off x="0" y="0"/>
            <a:ext cx="12192000" cy="6857125"/>
          </a:xfrm>
          <a:prstGeom prst="rect">
            <a:avLst/>
          </a:prstGeom>
        </p:spPr>
      </p:pic>
      <p:sp>
        <p:nvSpPr>
          <p:cNvPr id="1052671921" name="Titre 8"/>
          <p:cNvSpPr>
            <a:spLocks noGrp="1"/>
          </p:cNvSpPr>
          <p:nvPr>
            <p:ph type="title" hasCustomPrompt="1"/>
          </p:nvPr>
        </p:nvSpPr>
        <p:spPr bwMode="auto">
          <a:xfrm>
            <a:off x="420791" y="5151120"/>
            <a:ext cx="5446609" cy="806517"/>
          </a:xfrm>
        </p:spPr>
        <p:txBody>
          <a:bodyPr rtlCol="0" anchor="ctr"/>
          <a:lstStyle>
            <a:lvl1pPr>
              <a:defRPr sz="1400" cap="all" spc="100">
                <a:solidFill>
                  <a:schemeClr val="tx1"/>
                </a:solidFill>
              </a:defRPr>
            </a:lvl1pPr>
          </a:lstStyle>
          <a:p>
            <a:pPr rtl="0">
              <a:defRPr/>
            </a:pPr>
            <a:r>
              <a:rPr lang="fr"/>
              <a:t>Auteur de la citation</a:t>
            </a:r>
            <a:endParaRPr/>
          </a:p>
        </p:txBody>
      </p:sp>
      <p:sp>
        <p:nvSpPr>
          <p:cNvPr id="1550503959" name="Espace réservé du pied de page 3"/>
          <p:cNvSpPr>
            <a:spLocks noGrp="1"/>
          </p:cNvSpPr>
          <p:nvPr>
            <p:ph type="ftr" sz="quarter" idx="11"/>
          </p:nvPr>
        </p:nvSpPr>
        <p:spPr bwMode="auto">
          <a:xfrm>
            <a:off x="429768" y="214858"/>
            <a:ext cx="2726375" cy="338328"/>
          </a:xfrm>
        </p:spPr>
        <p:txBody>
          <a:bodyPr rtlCol="0"/>
          <a:lstStyle>
            <a:lvl1pPr>
              <a:defRPr>
                <a:solidFill>
                  <a:schemeClr val="tx1"/>
                </a:solidFill>
              </a:defRPr>
            </a:lvl1pPr>
          </a:lstStyle>
          <a:p>
            <a:pPr rtl="0">
              <a:defRPr/>
            </a:pPr>
            <a:r>
              <a:rPr lang="fr"/>
              <a:t>Exemple de texte de pied de page</a:t>
            </a:r>
            <a:endParaRPr/>
          </a:p>
        </p:txBody>
      </p:sp>
      <p:sp>
        <p:nvSpPr>
          <p:cNvPr id="1243781250"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694423667"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562424395" name="Espace réservé du contenu 6"/>
          <p:cNvSpPr>
            <a:spLocks noGrp="1"/>
          </p:cNvSpPr>
          <p:nvPr>
            <p:ph sz="quarter" idx="13" hasCustomPrompt="1"/>
          </p:nvPr>
        </p:nvSpPr>
        <p:spPr bwMode="auto">
          <a:xfrm>
            <a:off x="429768" y="1501541"/>
            <a:ext cx="7342632" cy="3397064"/>
          </a:xfrm>
        </p:spPr>
        <p:txBody>
          <a:bodyPr rtlCol="0" anchor="ctr">
            <a:normAutofit/>
          </a:bodyPr>
          <a:lstStyle>
            <a:lvl1pPr marL="164592" indent="-164592">
              <a:lnSpc>
                <a:spcPct val="95000"/>
              </a:lnSpc>
              <a:spcBef>
                <a:spcPts val="0"/>
              </a:spcBef>
              <a:buFont typeface="Arial"/>
              <a:buNone/>
              <a:defRPr sz="4300" spc="-50">
                <a:solidFill>
                  <a:schemeClr val="tx1"/>
                </a:solidFill>
              </a:defRPr>
            </a:lvl1pPr>
          </a:lstStyle>
          <a:p>
            <a:pPr lvl="0" rtl="0">
              <a:defRPr/>
            </a:pPr>
            <a:r>
              <a:rPr lang="fr"/>
              <a:t>Cliquez pour ajouter une citation</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itation 5">
    <p:spTree>
      <p:nvGrpSpPr>
        <p:cNvPr id="1" name=""/>
        <p:cNvGrpSpPr/>
        <p:nvPr/>
      </p:nvGrpSpPr>
      <p:grpSpPr bwMode="auto">
        <a:xfrm>
          <a:off x="0" y="0"/>
          <a:ext cx="0" cy="0"/>
          <a:chOff x="0" y="0"/>
          <a:chExt cx="0" cy="0"/>
        </a:xfrm>
      </p:grpSpPr>
      <p:sp>
        <p:nvSpPr>
          <p:cNvPr id="478743954" name="Titre 1"/>
          <p:cNvSpPr>
            <a:spLocks noGrp="1"/>
          </p:cNvSpPr>
          <p:nvPr>
            <p:ph type="title" hasCustomPrompt="1"/>
          </p:nvPr>
        </p:nvSpPr>
        <p:spPr bwMode="auto">
          <a:xfrm>
            <a:off x="2506436" y="4671787"/>
            <a:ext cx="7179129" cy="1028700"/>
          </a:xfrm>
        </p:spPr>
        <p:txBody>
          <a:bodyPr rtlCol="0" anchor="ctr">
            <a:normAutofit/>
          </a:bodyPr>
          <a:lstStyle>
            <a:lvl1pPr algn="ctr">
              <a:lnSpc>
                <a:spcPct val="120000"/>
              </a:lnSpc>
              <a:defRPr sz="1400" b="0" cap="all" spc="100">
                <a:solidFill>
                  <a:schemeClr val="tx1"/>
                </a:solidFill>
              </a:defRPr>
            </a:lvl1pPr>
          </a:lstStyle>
          <a:p>
            <a:pPr rtl="0">
              <a:defRPr/>
            </a:pPr>
            <a:r>
              <a:rPr lang="fr"/>
              <a:t>Auteur de la citation</a:t>
            </a:r>
            <a:endParaRPr/>
          </a:p>
        </p:txBody>
      </p:sp>
      <p:sp>
        <p:nvSpPr>
          <p:cNvPr id="1009121720"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2123753073" name="Espace réservé de la date 2"/>
          <p:cNvSpPr>
            <a:spLocks noGrp="1"/>
          </p:cNvSpPr>
          <p:nvPr>
            <p:ph type="dt" sz="half" idx="10"/>
          </p:nvPr>
        </p:nvSpPr>
        <p:spPr bwMode="auto">
          <a:xfrm>
            <a:off x="8801100" y="214858"/>
            <a:ext cx="1920240" cy="338328"/>
          </a:xfrm>
        </p:spPr>
        <p:txBody>
          <a:bodyPr rtlCol="0"/>
          <a:lstStyle>
            <a:lvl1pPr>
              <a:defRPr>
                <a:solidFill>
                  <a:schemeClr val="tx1"/>
                </a:solidFill>
              </a:defRPr>
            </a:lvl1pPr>
          </a:lstStyle>
          <a:p>
            <a:pPr rtl="0">
              <a:defRPr/>
            </a:pPr>
            <a:r>
              <a:rPr lang="en-US"/>
              <a:t>2/12/2025</a:t>
            </a:r>
            <a:endParaRPr/>
          </a:p>
        </p:txBody>
      </p:sp>
      <p:sp>
        <p:nvSpPr>
          <p:cNvPr id="509815936"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246761948" name="Espace réservé du contenu 6"/>
          <p:cNvSpPr>
            <a:spLocks noGrp="1"/>
          </p:cNvSpPr>
          <p:nvPr>
            <p:ph sz="quarter" idx="13" hasCustomPrompt="1"/>
          </p:nvPr>
        </p:nvSpPr>
        <p:spPr bwMode="auto">
          <a:xfrm>
            <a:off x="2506435" y="1623265"/>
            <a:ext cx="7179130" cy="3048522"/>
          </a:xfrm>
        </p:spPr>
        <p:txBody>
          <a:bodyPr rtlCol="0" anchor="ctr">
            <a:normAutofit/>
          </a:bodyPr>
          <a:lstStyle>
            <a:lvl1pPr marL="137160" indent="-137160" algn="ctr">
              <a:lnSpc>
                <a:spcPct val="90000"/>
              </a:lnSpc>
              <a:spcBef>
                <a:spcPts val="0"/>
              </a:spcBef>
              <a:buFont typeface="Arial"/>
              <a:buNone/>
              <a:defRPr sz="4000" spc="-50">
                <a:solidFill>
                  <a:schemeClr val="tx1"/>
                </a:solidFill>
              </a:defRPr>
            </a:lvl1pPr>
          </a:lstStyle>
          <a:p>
            <a:pPr lvl="0" rtl="0">
              <a:defRPr/>
            </a:pPr>
            <a:r>
              <a:rPr lang="fr"/>
              <a:t>Cliquer pour ajouter une citation</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ux contenus">
    <p:spTree>
      <p:nvGrpSpPr>
        <p:cNvPr id="1" name=""/>
        <p:cNvGrpSpPr/>
        <p:nvPr/>
      </p:nvGrpSpPr>
      <p:grpSpPr bwMode="auto">
        <a:xfrm>
          <a:off x="0" y="0"/>
          <a:ext cx="0" cy="0"/>
          <a:chOff x="0" y="0"/>
          <a:chExt cx="0" cy="0"/>
        </a:xfrm>
      </p:grpSpPr>
      <p:sp>
        <p:nvSpPr>
          <p:cNvPr id="755536288" name="Titre 1"/>
          <p:cNvSpPr>
            <a:spLocks noGrp="1"/>
          </p:cNvSpPr>
          <p:nvPr>
            <p:ph type="title"/>
          </p:nvPr>
        </p:nvSpPr>
        <p:spPr bwMode="auto">
          <a:xfrm>
            <a:off x="419100" y="1115568"/>
            <a:ext cx="8382000" cy="701657"/>
          </a:xfrm>
        </p:spPr>
        <p:txBody>
          <a:bodyPr rtlCol="0"/>
          <a:lstStyle>
            <a:lvl1pPr>
              <a:defRPr>
                <a:solidFill>
                  <a:schemeClr val="tx1"/>
                </a:solidFill>
              </a:defRPr>
            </a:lvl1pPr>
          </a:lstStyle>
          <a:p>
            <a:pPr rtl="0">
              <a:defRPr/>
            </a:pPr>
            <a:r>
              <a:rPr lang="fr"/>
              <a:t>Modifiez le style du titre</a:t>
            </a:r>
            <a:endParaRPr/>
          </a:p>
        </p:txBody>
      </p:sp>
      <p:sp>
        <p:nvSpPr>
          <p:cNvPr id="163438519" name="Espace réservé du pied de page 5"/>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435234086" name="Espace réservé de la date 4"/>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921462004" name="Espace réservé du numéro de diapositive 6"/>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713498692" name="Espace réservé du contenu 3"/>
          <p:cNvSpPr>
            <a:spLocks noGrp="1"/>
          </p:cNvSpPr>
          <p:nvPr>
            <p:ph sz="quarter" idx="15"/>
          </p:nvPr>
        </p:nvSpPr>
        <p:spPr bwMode="auto">
          <a:xfrm>
            <a:off x="431799" y="1900238"/>
            <a:ext cx="4924425" cy="4348162"/>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674469901" name="Espace réservé du contenu 3"/>
          <p:cNvSpPr>
            <a:spLocks noGrp="1"/>
          </p:cNvSpPr>
          <p:nvPr>
            <p:ph sz="quarter" idx="16"/>
          </p:nvPr>
        </p:nvSpPr>
        <p:spPr bwMode="auto">
          <a:xfrm>
            <a:off x="5878824" y="1900238"/>
            <a:ext cx="4924425" cy="4348162"/>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mparaison">
    <p:spTree>
      <p:nvGrpSpPr>
        <p:cNvPr id="1" name=""/>
        <p:cNvGrpSpPr/>
        <p:nvPr/>
      </p:nvGrpSpPr>
      <p:grpSpPr bwMode="auto">
        <a:xfrm>
          <a:off x="0" y="0"/>
          <a:ext cx="0" cy="0"/>
          <a:chOff x="0" y="0"/>
          <a:chExt cx="0" cy="0"/>
        </a:xfrm>
      </p:grpSpPr>
      <p:sp>
        <p:nvSpPr>
          <p:cNvPr id="1829606859" name="Titre 1"/>
          <p:cNvSpPr>
            <a:spLocks noGrp="1"/>
          </p:cNvSpPr>
          <p:nvPr>
            <p:ph type="title"/>
          </p:nvPr>
        </p:nvSpPr>
        <p:spPr bwMode="auto">
          <a:xfrm>
            <a:off x="418655" y="932098"/>
            <a:ext cx="10835539" cy="704088"/>
          </a:xfrm>
        </p:spPr>
        <p:txBody>
          <a:bodyPr rtlCol="0"/>
          <a:lstStyle>
            <a:lvl1pPr>
              <a:defRPr>
                <a:solidFill>
                  <a:schemeClr val="tx1"/>
                </a:solidFill>
              </a:defRPr>
            </a:lvl1pPr>
          </a:lstStyle>
          <a:p>
            <a:pPr rtl="0">
              <a:defRPr/>
            </a:pPr>
            <a:r>
              <a:rPr lang="fr"/>
              <a:t>Modifiez le style du titre</a:t>
            </a:r>
            <a:endParaRPr/>
          </a:p>
        </p:txBody>
      </p:sp>
      <p:sp>
        <p:nvSpPr>
          <p:cNvPr id="722771028" name="Espace réservé du pied de page 7"/>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496361105" name="Espace réservé de la date 6"/>
          <p:cNvSpPr>
            <a:spLocks noGrp="1"/>
          </p:cNvSpPr>
          <p:nvPr>
            <p:ph type="dt" sz="half" idx="10"/>
          </p:nvPr>
        </p:nvSpPr>
        <p:spPr bwMode="auto">
          <a:xfrm>
            <a:off x="8801100" y="214858"/>
            <a:ext cx="1920240" cy="338328"/>
          </a:xfrm>
        </p:spPr>
        <p:txBody>
          <a:bodyPr rtlCol="0"/>
          <a:lstStyle>
            <a:lvl1pPr>
              <a:defRPr>
                <a:solidFill>
                  <a:schemeClr val="tx1"/>
                </a:solidFill>
              </a:defRPr>
            </a:lvl1pPr>
          </a:lstStyle>
          <a:p>
            <a:pPr rtl="0">
              <a:defRPr/>
            </a:pPr>
            <a:r>
              <a:rPr lang="en-US"/>
              <a:t>2/12/2025</a:t>
            </a:r>
            <a:endParaRPr lang="en-US"/>
          </a:p>
        </p:txBody>
      </p:sp>
      <p:sp>
        <p:nvSpPr>
          <p:cNvPr id="1168790162" name="Espace réservé du numéro de diapositive 8"/>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693127675" name="Espace réservé du texte 2"/>
          <p:cNvSpPr>
            <a:spLocks noGrp="1"/>
          </p:cNvSpPr>
          <p:nvPr>
            <p:ph type="body" idx="1"/>
          </p:nvPr>
        </p:nvSpPr>
        <p:spPr bwMode="auto">
          <a:xfrm>
            <a:off x="418654" y="1675614"/>
            <a:ext cx="4913919" cy="559834"/>
          </a:xfrm>
        </p:spPr>
        <p:txBody>
          <a:bodyPr rtlCol="0" anchor="b">
            <a:normAutofit/>
          </a:bodyPr>
          <a:lstStyle>
            <a:lvl1pPr marL="0" indent="0">
              <a:lnSpc>
                <a:spcPct val="90000"/>
              </a:lnSpc>
              <a:buNone/>
              <a:defRPr sz="1600" b="1"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defRPr/>
            </a:pPr>
            <a:r>
              <a:rPr lang="fr"/>
              <a:t>Modifiez les styles du texte</a:t>
            </a:r>
            <a:endParaRPr/>
          </a:p>
        </p:txBody>
      </p:sp>
      <p:sp>
        <p:nvSpPr>
          <p:cNvPr id="159151543" name="Espace réservé du contenu 3"/>
          <p:cNvSpPr>
            <a:spLocks noGrp="1"/>
          </p:cNvSpPr>
          <p:nvPr>
            <p:ph sz="quarter" idx="15"/>
          </p:nvPr>
        </p:nvSpPr>
        <p:spPr bwMode="auto">
          <a:xfrm>
            <a:off x="431799" y="2285022"/>
            <a:ext cx="4900773" cy="3963378"/>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278204244" name="Espace réservé du texte 4"/>
          <p:cNvSpPr>
            <a:spLocks noGrp="1"/>
          </p:cNvSpPr>
          <p:nvPr>
            <p:ph type="body" sz="quarter" idx="3"/>
          </p:nvPr>
        </p:nvSpPr>
        <p:spPr bwMode="auto">
          <a:xfrm>
            <a:off x="6286500" y="1675614"/>
            <a:ext cx="4967694" cy="559834"/>
          </a:xfrm>
        </p:spPr>
        <p:txBody>
          <a:bodyPr rtlCol="0" anchor="b">
            <a:normAutofit/>
          </a:bodyPr>
          <a:lstStyle>
            <a:lvl1pPr marL="0" indent="0">
              <a:lnSpc>
                <a:spcPct val="90000"/>
              </a:lnSpc>
              <a:buNone/>
              <a:defRPr sz="1600" b="1"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defRPr/>
            </a:pPr>
            <a:r>
              <a:rPr lang="fr"/>
              <a:t>Modifiez les styles du texte</a:t>
            </a:r>
            <a:endParaRPr/>
          </a:p>
        </p:txBody>
      </p:sp>
      <p:sp>
        <p:nvSpPr>
          <p:cNvPr id="1667913615" name="Espace réservé du contenu 3"/>
          <p:cNvSpPr>
            <a:spLocks noGrp="1"/>
          </p:cNvSpPr>
          <p:nvPr>
            <p:ph sz="quarter" idx="16"/>
          </p:nvPr>
        </p:nvSpPr>
        <p:spPr bwMode="auto">
          <a:xfrm>
            <a:off x="6279401" y="2285022"/>
            <a:ext cx="4982762" cy="3963378"/>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uniquement">
    <p:spTree>
      <p:nvGrpSpPr>
        <p:cNvPr id="1" name=""/>
        <p:cNvGrpSpPr/>
        <p:nvPr/>
      </p:nvGrpSpPr>
      <p:grpSpPr bwMode="auto">
        <a:xfrm>
          <a:off x="0" y="0"/>
          <a:ext cx="0" cy="0"/>
          <a:chOff x="0" y="0"/>
          <a:chExt cx="0" cy="0"/>
        </a:xfrm>
      </p:grpSpPr>
      <p:sp>
        <p:nvSpPr>
          <p:cNvPr id="1227248765" name="Titre 1"/>
          <p:cNvSpPr>
            <a:spLocks noGrp="1"/>
          </p:cNvSpPr>
          <p:nvPr>
            <p:ph type="title"/>
          </p:nvPr>
        </p:nvSpPr>
        <p:spPr bwMode="auto">
          <a:xfrm>
            <a:off x="420791" y="1113510"/>
            <a:ext cx="8380309" cy="876193"/>
          </a:xfrm>
        </p:spPr>
        <p:txBody>
          <a:bodyPr rtlCol="0"/>
          <a:lstStyle>
            <a:lvl1pPr>
              <a:defRPr>
                <a:solidFill>
                  <a:schemeClr val="tx1"/>
                </a:solidFill>
              </a:defRPr>
            </a:lvl1pPr>
          </a:lstStyle>
          <a:p>
            <a:pPr rtl="0">
              <a:defRPr/>
            </a:pPr>
            <a:r>
              <a:rPr lang="fr"/>
              <a:t>Modifiez le style du titre</a:t>
            </a:r>
            <a:endParaRPr/>
          </a:p>
        </p:txBody>
      </p:sp>
      <p:sp>
        <p:nvSpPr>
          <p:cNvPr id="938751053" name="Espace réservé du pied de page 3"/>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47586722" name="Espace réservé de la date 2"/>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640899349" name="Espace réservé du numéro de diapositive 4"/>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1551634512" name="Espace réservé du pied de page 2"/>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1736282633" name="Espace réservé de la date 1"/>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2056864726" name="Espace réservé du numéro de diapositive 3"/>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153805267" name="Titre 1"/>
          <p:cNvSpPr>
            <a:spLocks noGrp="1"/>
          </p:cNvSpPr>
          <p:nvPr>
            <p:ph type="title"/>
          </p:nvPr>
        </p:nvSpPr>
        <p:spPr bwMode="auto">
          <a:xfrm>
            <a:off x="432393" y="1115568"/>
            <a:ext cx="3363393" cy="1371600"/>
          </a:xfrm>
        </p:spPr>
        <p:txBody>
          <a:bodyPr rtlCol="0" anchor="t">
            <a:normAutofit/>
          </a:bodyPr>
          <a:lstStyle>
            <a:lvl1pPr>
              <a:defRPr sz="3000">
                <a:solidFill>
                  <a:schemeClr val="tx1"/>
                </a:solidFill>
              </a:defRPr>
            </a:lvl1pPr>
          </a:lstStyle>
          <a:p>
            <a:pPr rtl="0">
              <a:defRPr/>
            </a:pPr>
            <a:r>
              <a:rPr lang="fr"/>
              <a:t>Modifiez le style du titre</a:t>
            </a:r>
            <a:endParaRPr/>
          </a:p>
        </p:txBody>
      </p:sp>
      <p:sp>
        <p:nvSpPr>
          <p:cNvPr id="15782763" name="Espace réservé du pied de page 5"/>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723974489" name="Espace réservé de la date 4"/>
          <p:cNvSpPr>
            <a:spLocks noGrp="1"/>
          </p:cNvSpPr>
          <p:nvPr>
            <p:ph type="dt" sz="half" idx="10"/>
          </p:nvPr>
        </p:nvSpPr>
        <p:spPr bwMode="auto">
          <a:xfrm>
            <a:off x="4838700" y="214858"/>
            <a:ext cx="1485900" cy="338328"/>
          </a:xfrm>
        </p:spPr>
        <p:txBody>
          <a:bodyPr rtlCol="0"/>
          <a:lstStyle>
            <a:lvl1pPr>
              <a:defRPr>
                <a:solidFill>
                  <a:schemeClr val="tx1"/>
                </a:solidFill>
              </a:defRPr>
            </a:lvl1pPr>
          </a:lstStyle>
          <a:p>
            <a:pPr rtl="0">
              <a:defRPr/>
            </a:pPr>
            <a:r>
              <a:rPr lang="en-US"/>
              <a:t>2/12/2025</a:t>
            </a:r>
            <a:endParaRPr/>
          </a:p>
        </p:txBody>
      </p:sp>
      <p:sp>
        <p:nvSpPr>
          <p:cNvPr id="729408726" name="Espace réservé du numéro de diapositive 6"/>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770011186" name="Espace réservé du texte 3"/>
          <p:cNvSpPr>
            <a:spLocks noGrp="1"/>
          </p:cNvSpPr>
          <p:nvPr>
            <p:ph type="body" sz="half" idx="2"/>
          </p:nvPr>
        </p:nvSpPr>
        <p:spPr bwMode="auto">
          <a:xfrm>
            <a:off x="432393" y="2563585"/>
            <a:ext cx="3363393" cy="3684815"/>
          </a:xfrm>
        </p:spPr>
        <p:txBody>
          <a:bodyPr rtlCol="0"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defRPr/>
            </a:pPr>
            <a:r>
              <a:rPr lang="fr"/>
              <a:t>Modifiez les styles du texte</a:t>
            </a:r>
            <a:endParaRPr/>
          </a:p>
        </p:txBody>
      </p:sp>
      <p:sp>
        <p:nvSpPr>
          <p:cNvPr id="1494022582" name="Espace réservé du contenu 2"/>
          <p:cNvSpPr>
            <a:spLocks noGrp="1"/>
          </p:cNvSpPr>
          <p:nvPr>
            <p:ph idx="1"/>
          </p:nvPr>
        </p:nvSpPr>
        <p:spPr bwMode="auto">
          <a:xfrm>
            <a:off x="4838700" y="1104900"/>
            <a:ext cx="6934200" cy="5201282"/>
          </a:xfrm>
        </p:spPr>
        <p:txBody>
          <a:bodyPr vert="horz" lIns="91440" tIns="45720" rIns="91440" bIns="45720" rtlCol="0">
            <a:normAutofit/>
          </a:bodyPr>
          <a:lstStyle>
            <a:lvl1pPr>
              <a:defRPr lang="en-US" sz="1400">
                <a:solidFill>
                  <a:schemeClr val="tx1"/>
                </a:solidFill>
              </a:defRPr>
            </a:lvl1pPr>
            <a:lvl2pPr>
              <a:defRPr lang="en-US" sz="1200">
                <a:solidFill>
                  <a:schemeClr val="tx1"/>
                </a:solidFill>
              </a:defRPr>
            </a:lvl2pPr>
            <a:lvl3pPr>
              <a:defRPr lang="en-US" sz="1200">
                <a:solidFill>
                  <a:schemeClr val="tx1"/>
                </a:solidFill>
              </a:defRPr>
            </a:lvl3pPr>
            <a:lvl4pPr>
              <a:defRPr lang="en-US" sz="1200">
                <a:solidFill>
                  <a:schemeClr val="tx1"/>
                </a:solidFill>
              </a:defRPr>
            </a:lvl4pPr>
            <a:lvl5pPr>
              <a:defRPr lang="en-US" sz="1200">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Image avec légende">
    <p:spTree>
      <p:nvGrpSpPr>
        <p:cNvPr id="1" name=""/>
        <p:cNvGrpSpPr/>
        <p:nvPr/>
      </p:nvGrpSpPr>
      <p:grpSpPr bwMode="auto">
        <a:xfrm>
          <a:off x="0" y="0"/>
          <a:ext cx="0" cy="0"/>
          <a:chOff x="0" y="0"/>
          <a:chExt cx="0" cy="0"/>
        </a:xfrm>
      </p:grpSpPr>
      <p:sp>
        <p:nvSpPr>
          <p:cNvPr id="1911724508" name="Titre 1"/>
          <p:cNvSpPr>
            <a:spLocks noGrp="1"/>
          </p:cNvSpPr>
          <p:nvPr>
            <p:ph type="title"/>
          </p:nvPr>
        </p:nvSpPr>
        <p:spPr bwMode="auto">
          <a:xfrm>
            <a:off x="429768" y="1104901"/>
            <a:ext cx="2932434" cy="1600200"/>
          </a:xfrm>
        </p:spPr>
        <p:txBody>
          <a:bodyPr rtlCol="0" anchor="t">
            <a:normAutofit/>
          </a:bodyPr>
          <a:lstStyle>
            <a:lvl1pPr>
              <a:defRPr sz="3000">
                <a:solidFill>
                  <a:schemeClr val="tx1"/>
                </a:solidFill>
              </a:defRPr>
            </a:lvl1pPr>
          </a:lstStyle>
          <a:p>
            <a:pPr rtl="0">
              <a:defRPr/>
            </a:pPr>
            <a:r>
              <a:rPr lang="fr"/>
              <a:t>Modifiez le style du titre</a:t>
            </a:r>
            <a:endParaRPr/>
          </a:p>
        </p:txBody>
      </p:sp>
      <p:sp>
        <p:nvSpPr>
          <p:cNvPr id="2110020187" name="Espace réservé du pied de page 5"/>
          <p:cNvSpPr>
            <a:spLocks noGrp="1"/>
          </p:cNvSpPr>
          <p:nvPr>
            <p:ph type="ftr" sz="quarter" idx="11"/>
          </p:nvPr>
        </p:nvSpPr>
        <p:spPr bwMode="auto">
          <a:xfrm>
            <a:off x="429768" y="219456"/>
            <a:ext cx="2016929" cy="338328"/>
          </a:xfrm>
        </p:spPr>
        <p:txBody>
          <a:bodyPr rtlCol="0"/>
          <a:lstStyle>
            <a:lvl1pPr>
              <a:defRPr>
                <a:solidFill>
                  <a:schemeClr val="tx1"/>
                </a:solidFill>
              </a:defRPr>
            </a:lvl1pPr>
          </a:lstStyle>
          <a:p>
            <a:pPr rtl="0">
              <a:defRPr/>
            </a:pPr>
            <a:r>
              <a:rPr lang="fr"/>
              <a:t>Exemple de Texte de Pied de page</a:t>
            </a:r>
            <a:endParaRPr/>
          </a:p>
        </p:txBody>
      </p:sp>
      <p:sp>
        <p:nvSpPr>
          <p:cNvPr id="1470154287" name="Espace réservé de la date 4"/>
          <p:cNvSpPr>
            <a:spLocks noGrp="1"/>
          </p:cNvSpPr>
          <p:nvPr>
            <p:ph type="dt" sz="half" idx="10"/>
          </p:nvPr>
        </p:nvSpPr>
        <p:spPr bwMode="auto">
          <a:xfrm>
            <a:off x="4838700" y="219456"/>
            <a:ext cx="1429845" cy="338328"/>
          </a:xfrm>
        </p:spPr>
        <p:txBody>
          <a:bodyPr rtlCol="0"/>
          <a:lstStyle>
            <a:lvl1pPr>
              <a:defRPr>
                <a:solidFill>
                  <a:schemeClr val="tx1"/>
                </a:solidFill>
              </a:defRPr>
            </a:lvl1pPr>
          </a:lstStyle>
          <a:p>
            <a:pPr rtl="0">
              <a:defRPr/>
            </a:pPr>
            <a:r>
              <a:rPr lang="en-US"/>
              <a:t>2/12/2025</a:t>
            </a:r>
            <a:endParaRPr/>
          </a:p>
        </p:txBody>
      </p:sp>
      <p:sp>
        <p:nvSpPr>
          <p:cNvPr id="1263289834" name="Espace réservé du numéro de diapositive 6"/>
          <p:cNvSpPr>
            <a:spLocks noGrp="1"/>
          </p:cNvSpPr>
          <p:nvPr>
            <p:ph type="sldNum" sz="quarter" idx="12"/>
          </p:nvPr>
        </p:nvSpPr>
        <p:spPr bwMode="auto">
          <a:xfrm>
            <a:off x="11287593" y="216280"/>
            <a:ext cx="560633" cy="338328"/>
          </a:xfrm>
        </p:spPr>
        <p:txBody>
          <a:bodyPr rtlCol="0"/>
          <a:lstStyle>
            <a:lvl1pPr>
              <a:defRPr>
                <a:solidFill>
                  <a:schemeClr val="tx1"/>
                </a:solidFill>
              </a:defRPr>
            </a:lvl1pPr>
          </a:lstStyle>
          <a:p>
            <a:pPr rtl="0">
              <a:defRPr/>
            </a:pPr>
            <a:fld id="{8E274F5D-21DC-40EF-8DBA-AB9BB119E939}" type="slidenum">
              <a:rPr lang="en-US"/>
              <a:t>‹#›</a:t>
            </a:fld>
            <a:endParaRPr lang="en-US"/>
          </a:p>
        </p:txBody>
      </p:sp>
      <p:sp>
        <p:nvSpPr>
          <p:cNvPr id="430132868" name="Espace réservé du texte 3"/>
          <p:cNvSpPr>
            <a:spLocks noGrp="1"/>
          </p:cNvSpPr>
          <p:nvPr>
            <p:ph type="body" sz="half" idx="2"/>
          </p:nvPr>
        </p:nvSpPr>
        <p:spPr bwMode="auto">
          <a:xfrm>
            <a:off x="1866900" y="3345180"/>
            <a:ext cx="2620859" cy="3093720"/>
          </a:xfrm>
        </p:spPr>
        <p:txBody>
          <a:bodyPr rtlCol="0"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defRPr/>
            </a:pPr>
            <a:r>
              <a:rPr lang="fr"/>
              <a:t>Modifiez les styles du texte</a:t>
            </a:r>
            <a:endParaRPr/>
          </a:p>
        </p:txBody>
      </p:sp>
      <p:sp>
        <p:nvSpPr>
          <p:cNvPr id="1450375247" name="Espace réservé d’image 7"/>
          <p:cNvSpPr>
            <a:spLocks noGrp="1"/>
          </p:cNvSpPr>
          <p:nvPr>
            <p:ph type="pic" idx="1" hasCustomPrompt="1"/>
          </p:nvPr>
        </p:nvSpPr>
        <p:spPr bwMode="auto">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fill="norm" stroke="1" extrusionOk="0">
                <a:moveTo>
                  <a:pt x="0" y="0"/>
                </a:moveTo>
                <a:lnTo>
                  <a:pt x="7353300" y="0"/>
                </a:lnTo>
                <a:lnTo>
                  <a:pt x="7353300" y="5901550"/>
                </a:lnTo>
                <a:lnTo>
                  <a:pt x="0" y="5901550"/>
                </a:lnTo>
                <a:close/>
              </a:path>
            </a:pathLst>
          </a:custGeom>
          <a:blipFill rotWithShape="1">
            <a:blip r:embed="rId2">
              <a:alphaModFix amt="60000"/>
            </a:blip>
            <a:stretch/>
          </a:blipFill>
        </p:spPr>
        <p:txBody>
          <a:bodyPr wrap="square" rtlCol="0">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defRPr/>
            </a:pPr>
            <a:r>
              <a:rPr lang="fr"/>
              <a:t>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clusion">
    <p:spTree>
      <p:nvGrpSpPr>
        <p:cNvPr id="1" name=""/>
        <p:cNvGrpSpPr/>
        <p:nvPr/>
      </p:nvGrpSpPr>
      <p:grpSpPr bwMode="auto">
        <a:xfrm>
          <a:off x="0" y="0"/>
          <a:ext cx="0" cy="0"/>
          <a:chOff x="0" y="0"/>
          <a:chExt cx="0" cy="0"/>
        </a:xfrm>
      </p:grpSpPr>
      <p:pic>
        <p:nvPicPr>
          <p:cNvPr id="583666852" name="Image 6" descr="Lumière rouge et violette&#10;&#10;Le contenu généré par l’IA peut être incorrect."/>
          <p:cNvPicPr>
            <a:picLocks noChangeAspect="1"/>
          </p:cNvPicPr>
          <p:nvPr userDrawn="1"/>
        </p:nvPicPr>
        <p:blipFill rotWithShape="1">
          <a:blip r:embed="rId2"/>
          <a:srcRect l="0" t="0" r="7891" b="0"/>
          <a:stretch/>
        </p:blipFill>
        <p:spPr bwMode="auto">
          <a:xfrm flipH="1">
            <a:off x="-1" y="0"/>
            <a:ext cx="12191999" cy="6858000"/>
          </a:xfrm>
          <a:prstGeom prst="rect">
            <a:avLst/>
          </a:prstGeom>
        </p:spPr>
      </p:pic>
      <p:sp>
        <p:nvSpPr>
          <p:cNvPr id="219525355" name="Titre 1"/>
          <p:cNvSpPr>
            <a:spLocks noGrp="1"/>
          </p:cNvSpPr>
          <p:nvPr>
            <p:ph type="title"/>
          </p:nvPr>
        </p:nvSpPr>
        <p:spPr bwMode="auto">
          <a:xfrm>
            <a:off x="432393" y="758952"/>
            <a:ext cx="7609668" cy="1734866"/>
          </a:xfrm>
        </p:spPr>
        <p:txBody>
          <a:bodyPr rtlCol="0" anchor="t">
            <a:noAutofit/>
          </a:bodyPr>
          <a:lstStyle>
            <a:lvl1pPr>
              <a:defRPr sz="7200">
                <a:solidFill>
                  <a:schemeClr val="tx1"/>
                </a:solidFill>
              </a:defRPr>
            </a:lvl1pPr>
          </a:lstStyle>
          <a:p>
            <a:pPr rtl="0">
              <a:defRPr/>
            </a:pPr>
            <a:r>
              <a:rPr lang="fr"/>
              <a:t>Modifiez le style du titre</a:t>
            </a:r>
            <a:endParaRPr/>
          </a:p>
        </p:txBody>
      </p:sp>
      <p:sp>
        <p:nvSpPr>
          <p:cNvPr id="598574861" name="Espace réservé du pied de page 4"/>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854474648" name="Espace réservé de la date 3"/>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175888308"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794547198" name="Espace réservé du contenu 7"/>
          <p:cNvSpPr>
            <a:spLocks noGrp="1"/>
          </p:cNvSpPr>
          <p:nvPr>
            <p:ph sz="quarter" idx="13"/>
          </p:nvPr>
        </p:nvSpPr>
        <p:spPr bwMode="auto">
          <a:xfrm>
            <a:off x="419100" y="2705101"/>
            <a:ext cx="8801100" cy="2947550"/>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clusion 2">
    <p:spTree>
      <p:nvGrpSpPr>
        <p:cNvPr id="1" name=""/>
        <p:cNvGrpSpPr/>
        <p:nvPr/>
      </p:nvGrpSpPr>
      <p:grpSpPr bwMode="auto">
        <a:xfrm>
          <a:off x="0" y="0"/>
          <a:ext cx="0" cy="0"/>
          <a:chOff x="0" y="0"/>
          <a:chExt cx="0" cy="0"/>
        </a:xfrm>
      </p:grpSpPr>
      <p:pic>
        <p:nvPicPr>
          <p:cNvPr id="755651232" name="Image 2" descr="Lumière rouge et violette&#10;&#10;Le contenu généré par l’IA peut être incorrect."/>
          <p:cNvPicPr>
            <a:picLocks noChangeAspect="1"/>
          </p:cNvPicPr>
          <p:nvPr userDrawn="1"/>
        </p:nvPicPr>
        <p:blipFill rotWithShape="1">
          <a:blip r:embed="rId2"/>
          <a:srcRect l="0" t="0" r="7891" b="0"/>
          <a:stretch/>
        </p:blipFill>
        <p:spPr bwMode="auto">
          <a:xfrm flipH="1">
            <a:off x="-1" y="0"/>
            <a:ext cx="12191999" cy="6858000"/>
          </a:xfrm>
          <a:prstGeom prst="rect">
            <a:avLst/>
          </a:prstGeom>
        </p:spPr>
      </p:pic>
      <p:sp>
        <p:nvSpPr>
          <p:cNvPr id="868355504" name="Titre 8"/>
          <p:cNvSpPr>
            <a:spLocks noGrp="1"/>
          </p:cNvSpPr>
          <p:nvPr>
            <p:ph type="title"/>
          </p:nvPr>
        </p:nvSpPr>
        <p:spPr bwMode="auto">
          <a:xfrm>
            <a:off x="420792" y="2704772"/>
            <a:ext cx="5465660" cy="2733384"/>
          </a:xfrm>
        </p:spPr>
        <p:txBody>
          <a:bodyPr rtlCol="0"/>
          <a:lstStyle>
            <a:lvl1pPr>
              <a:defRPr sz="7200">
                <a:solidFill>
                  <a:schemeClr val="tx1"/>
                </a:solidFill>
              </a:defRPr>
            </a:lvl1pPr>
          </a:lstStyle>
          <a:p>
            <a:pPr rtl="0">
              <a:defRPr/>
            </a:pPr>
            <a:r>
              <a:rPr lang="fr"/>
              <a:t>Modifiez le style du titre</a:t>
            </a:r>
            <a:endParaRPr/>
          </a:p>
        </p:txBody>
      </p:sp>
      <p:sp>
        <p:nvSpPr>
          <p:cNvPr id="431945207" name="Espace réservé du pied de page 4"/>
          <p:cNvSpPr>
            <a:spLocks noGrp="1"/>
          </p:cNvSpPr>
          <p:nvPr>
            <p:ph type="ftr" sz="quarter" idx="11"/>
          </p:nvPr>
        </p:nvSpPr>
        <p:spPr bwMode="auto"/>
        <p:txBody>
          <a:bodyPr rtlCol="0"/>
          <a:lstStyle>
            <a:lvl1pPr>
              <a:defRPr>
                <a:solidFill>
                  <a:schemeClr val="tx1"/>
                </a:solidFill>
              </a:defRPr>
            </a:lvl1pPr>
          </a:lstStyle>
          <a:p>
            <a:pPr rtl="0">
              <a:defRPr/>
            </a:pPr>
            <a:r>
              <a:rPr lang="fr"/>
              <a:t>Exemple de Texte de Pied de page</a:t>
            </a:r>
            <a:endParaRPr/>
          </a:p>
        </p:txBody>
      </p:sp>
      <p:sp>
        <p:nvSpPr>
          <p:cNvPr id="25249910" name="Espace réservé de la date 3"/>
          <p:cNvSpPr>
            <a:spLocks noGrp="1"/>
          </p:cNvSpPr>
          <p:nvPr>
            <p:ph type="dt" sz="half" idx="10"/>
          </p:nvPr>
        </p:nvSpPr>
        <p:spPr bwMode="auto"/>
        <p:txBody>
          <a:bodyPr rtlCol="0"/>
          <a:lstStyle>
            <a:lvl1pPr>
              <a:defRPr>
                <a:solidFill>
                  <a:schemeClr val="tx1"/>
                </a:solidFill>
              </a:defRPr>
            </a:lvl1pPr>
          </a:lstStyle>
          <a:p>
            <a:pPr rtl="0">
              <a:defRPr/>
            </a:pPr>
            <a:r>
              <a:rPr lang="en-US"/>
              <a:t>2/12/2025</a:t>
            </a:r>
            <a:endParaRPr/>
          </a:p>
        </p:txBody>
      </p:sp>
      <p:sp>
        <p:nvSpPr>
          <p:cNvPr id="1954908630" name="Espace réservé du numéro de diapositive 5"/>
          <p:cNvSpPr>
            <a:spLocks noGrp="1"/>
          </p:cNvSpPr>
          <p:nvPr>
            <p:ph type="sldNum" sz="quarter" idx="12"/>
          </p:nvPr>
        </p:nvSpPr>
        <p:spPr bwMode="auto"/>
        <p:txBody>
          <a:bodyPr rtlCol="0"/>
          <a:lstStyle>
            <a:lvl1pPr>
              <a:defRPr>
                <a:solidFill>
                  <a:schemeClr val="tx1"/>
                </a:solidFill>
              </a:defRPr>
            </a:lvl1pPr>
          </a:lstStyle>
          <a:p>
            <a:pPr rtl="0">
              <a:defRPr/>
            </a:pPr>
            <a:fld id="{8E274F5D-21DC-40EF-8DBA-AB9BB119E939}" type="slidenum">
              <a:rPr lang="en-US"/>
              <a:t>‹#›</a:t>
            </a:fld>
            <a:endParaRPr lang="en-US"/>
          </a:p>
        </p:txBody>
      </p:sp>
      <p:sp>
        <p:nvSpPr>
          <p:cNvPr id="1566392406" name="Espace réservé du contenu 11"/>
          <p:cNvSpPr>
            <a:spLocks noGrp="1"/>
          </p:cNvSpPr>
          <p:nvPr>
            <p:ph sz="quarter" idx="15"/>
          </p:nvPr>
        </p:nvSpPr>
        <p:spPr bwMode="auto">
          <a:xfrm>
            <a:off x="6305550" y="2705100"/>
            <a:ext cx="4410075" cy="1562100"/>
          </a:xfrm>
        </p:spPr>
        <p:txBody>
          <a:bodyPr rtlCol="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
        <p:nvSpPr>
          <p:cNvPr id="1622259638" name="Espace réservé du titre 1"/>
          <p:cNvSpPr>
            <a:spLocks noGrp="1"/>
          </p:cNvSpPr>
          <p:nvPr>
            <p:ph type="title"/>
          </p:nvPr>
        </p:nvSpPr>
        <p:spPr bwMode="auto">
          <a:xfrm>
            <a:off x="420791" y="1113510"/>
            <a:ext cx="9942409" cy="876193"/>
          </a:xfrm>
          <a:prstGeom prst="rect">
            <a:avLst/>
          </a:prstGeom>
        </p:spPr>
        <p:txBody>
          <a:bodyPr vert="horz" lIns="91440" tIns="45720" rIns="91440" bIns="45720" rtlCol="0" anchor="t">
            <a:normAutofit/>
          </a:bodyPr>
          <a:lstStyle/>
          <a:p>
            <a:pPr rtl="0">
              <a:defRPr/>
            </a:pPr>
            <a:r>
              <a:rPr lang="fr"/>
              <a:t>Modifiez le style du titre</a:t>
            </a:r>
            <a:endParaRPr/>
          </a:p>
        </p:txBody>
      </p:sp>
      <p:sp>
        <p:nvSpPr>
          <p:cNvPr id="236221085" name="Espace réservé du texte 2"/>
          <p:cNvSpPr>
            <a:spLocks noGrp="1"/>
          </p:cNvSpPr>
          <p:nvPr>
            <p:ph type="body" idx="1"/>
          </p:nvPr>
        </p:nvSpPr>
        <p:spPr bwMode="auto">
          <a:xfrm>
            <a:off x="429417" y="2133600"/>
            <a:ext cx="9942409" cy="4305300"/>
          </a:xfrm>
          <a:prstGeom prst="rect">
            <a:avLst/>
          </a:prstGeom>
        </p:spPr>
        <p:txBody>
          <a:bodyPr vert="horz" lIns="91440" tIns="45720" rIns="91440" bIns="45720" rtlCol="0">
            <a:normAutofit/>
          </a:bodyPr>
          <a:lstStyle/>
          <a:p>
            <a:pPr lvl="0" rtl="0">
              <a:defRPr/>
            </a:pPr>
            <a:r>
              <a:rPr lang="fr"/>
              <a:t>Modifiez les styles du texte</a:t>
            </a:r>
            <a:endParaRPr/>
          </a:p>
          <a:p>
            <a:pPr lvl="1" rtl="0">
              <a:defRPr/>
            </a:pPr>
            <a:r>
              <a:rPr lang="fr"/>
              <a:t>Deuxième niveau</a:t>
            </a:r>
            <a:endParaRPr/>
          </a:p>
          <a:p>
            <a:pPr lvl="2" rtl="0">
              <a:defRPr/>
            </a:pPr>
            <a:r>
              <a:rPr lang="fr"/>
              <a:t>Troisième niveau</a:t>
            </a:r>
            <a:endParaRPr/>
          </a:p>
          <a:p>
            <a:pPr lvl="3" rtl="0">
              <a:defRPr/>
            </a:pPr>
            <a:r>
              <a:rPr lang="fr"/>
              <a:t>Quatrième niveau</a:t>
            </a:r>
            <a:endParaRPr/>
          </a:p>
          <a:p>
            <a:pPr lvl="4" rtl="0">
              <a:defRPr/>
            </a:pPr>
            <a:r>
              <a:rPr lang="fr"/>
              <a:t>Cinquième niveau</a:t>
            </a:r>
            <a:endParaRPr/>
          </a:p>
        </p:txBody>
      </p:sp>
      <p:sp>
        <p:nvSpPr>
          <p:cNvPr id="96118156" name="Espace réservé du pied de page 4"/>
          <p:cNvSpPr>
            <a:spLocks noGrp="1"/>
          </p:cNvSpPr>
          <p:nvPr>
            <p:ph type="ftr" sz="quarter" idx="3"/>
          </p:nvPr>
        </p:nvSpPr>
        <p:spPr bwMode="auto">
          <a:xfrm>
            <a:off x="432393" y="214858"/>
            <a:ext cx="2726375" cy="338328"/>
          </a:xfrm>
          <a:prstGeom prst="rect">
            <a:avLst/>
          </a:prstGeom>
        </p:spPr>
        <p:txBody>
          <a:bodyPr vert="horz" lIns="91440" tIns="45720" rIns="91440" bIns="45720" rtlCol="0" anchor="ctr"/>
          <a:lstStyle>
            <a:lvl1pPr algn="l" rtl="0">
              <a:defRPr sz="700" cap="all">
                <a:solidFill>
                  <a:schemeClr val="tx1"/>
                </a:solidFill>
              </a:defRPr>
            </a:lvl1pPr>
          </a:lstStyle>
          <a:p>
            <a:pPr rtl="0">
              <a:defRPr/>
            </a:pPr>
            <a:r>
              <a:rPr lang="fr"/>
              <a:t>Exemple de Texte de Pied de page</a:t>
            </a:r>
            <a:endParaRPr/>
          </a:p>
        </p:txBody>
      </p:sp>
      <p:sp>
        <p:nvSpPr>
          <p:cNvPr id="2060262822" name="Espace réservé de la date 3"/>
          <p:cNvSpPr>
            <a:spLocks noGrp="1"/>
          </p:cNvSpPr>
          <p:nvPr>
            <p:ph type="dt" sz="half" idx="2"/>
          </p:nvPr>
        </p:nvSpPr>
        <p:spPr bwMode="auto">
          <a:xfrm>
            <a:off x="8801100" y="214858"/>
            <a:ext cx="1920240" cy="338328"/>
          </a:xfrm>
          <a:prstGeom prst="rect">
            <a:avLst/>
          </a:prstGeom>
        </p:spPr>
        <p:txBody>
          <a:bodyPr vert="horz" lIns="91440" tIns="45720" rIns="91440" bIns="45720" rtlCol="0" anchor="ctr"/>
          <a:lstStyle>
            <a:lvl1pPr algn="l" rtl="0">
              <a:defRPr sz="700" cap="all">
                <a:solidFill>
                  <a:schemeClr val="tx1"/>
                </a:solidFill>
              </a:defRPr>
            </a:lvl1pPr>
          </a:lstStyle>
          <a:p>
            <a:pPr rtl="0">
              <a:defRPr/>
            </a:pPr>
            <a:r>
              <a:rPr lang="en-US"/>
              <a:t>2/12/2025</a:t>
            </a:r>
            <a:endParaRPr lang="en-US"/>
          </a:p>
        </p:txBody>
      </p:sp>
      <p:sp>
        <p:nvSpPr>
          <p:cNvPr id="940921844" name="Espace réservé du numéro de diapositive 5"/>
          <p:cNvSpPr>
            <a:spLocks noGrp="1"/>
          </p:cNvSpPr>
          <p:nvPr>
            <p:ph type="sldNum" sz="quarter" idx="4"/>
          </p:nvPr>
        </p:nvSpPr>
        <p:spPr bwMode="auto">
          <a:xfrm>
            <a:off x="11291657" y="214858"/>
            <a:ext cx="555948" cy="338328"/>
          </a:xfrm>
          <a:prstGeom prst="rect">
            <a:avLst/>
          </a:prstGeom>
        </p:spPr>
        <p:txBody>
          <a:bodyPr vert="horz" lIns="91440" tIns="45720" rIns="91440" bIns="45720" rtlCol="0" anchor="ctr"/>
          <a:lstStyle>
            <a:lvl1pPr algn="r" rtl="0">
              <a:defRPr sz="700" cap="all">
                <a:solidFill>
                  <a:schemeClr val="tx1"/>
                </a:solidFill>
              </a:defRPr>
            </a:lvl1pPr>
          </a:lstStyle>
          <a:p>
            <a:pPr rtl="0">
              <a:defRPr/>
            </a:pPr>
            <a:fld id="{8E274F5D-21DC-40EF-8DBA-AB9BB119E939}" type="slidenum">
              <a:rPr lang="en-US"/>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Lst>
  <p:hf dt="1" ftr="1" hdr="0" sldNum="1"/>
  <p:txStyles>
    <p:titleStyle>
      <a:lvl1pPr algn="l" defTabSz="914400" rtl="0">
        <a:lnSpc>
          <a:spcPct val="85000"/>
        </a:lnSpc>
        <a:spcBef>
          <a:spcPts val="0"/>
        </a:spcBef>
        <a:buNone/>
        <a:defRPr sz="3000" b="0" spc="-110">
          <a:solidFill>
            <a:schemeClr val="tx1"/>
          </a:solidFill>
          <a:latin typeface="+mj-lt"/>
          <a:ea typeface="+mj-ea"/>
          <a:cs typeface="+mj-cs"/>
        </a:defRPr>
      </a:lvl1pPr>
    </p:titleStyle>
    <p:bodyStyle>
      <a:lvl1pPr marL="0" indent="0" algn="l" defTabSz="914400" rtl="0">
        <a:lnSpc>
          <a:spcPct val="120000"/>
        </a:lnSpc>
        <a:spcBef>
          <a:spcPts val="1000"/>
        </a:spcBef>
        <a:buFont typeface="Arial"/>
        <a:buNone/>
        <a:defRPr sz="1400">
          <a:solidFill>
            <a:schemeClr val="tx1"/>
          </a:solidFill>
          <a:latin typeface="+mn-lt"/>
          <a:ea typeface="+mn-ea"/>
          <a:cs typeface="+mn-cs"/>
        </a:defRPr>
      </a:lvl1pPr>
      <a:lvl2pPr marL="228600" indent="0" algn="l" defTabSz="914400" rtl="0">
        <a:lnSpc>
          <a:spcPct val="120000"/>
        </a:lnSpc>
        <a:spcBef>
          <a:spcPts val="500"/>
        </a:spcBef>
        <a:buFont typeface="Arial"/>
        <a:buNone/>
        <a:defRPr sz="1400">
          <a:solidFill>
            <a:schemeClr val="tx1"/>
          </a:solidFill>
          <a:latin typeface="+mn-lt"/>
          <a:ea typeface="+mn-ea"/>
          <a:cs typeface="+mn-cs"/>
        </a:defRPr>
      </a:lvl2pPr>
      <a:lvl3pPr marL="457200" indent="0" algn="l" defTabSz="914400" rtl="0">
        <a:lnSpc>
          <a:spcPct val="120000"/>
        </a:lnSpc>
        <a:spcBef>
          <a:spcPts val="500"/>
        </a:spcBef>
        <a:buFont typeface="Arial"/>
        <a:buNone/>
        <a:defRPr sz="1400">
          <a:solidFill>
            <a:schemeClr val="tx1"/>
          </a:solidFill>
          <a:latin typeface="+mn-lt"/>
          <a:ea typeface="+mn-ea"/>
          <a:cs typeface="+mn-cs"/>
        </a:defRPr>
      </a:lvl3pPr>
      <a:lvl4pPr marL="685800" indent="0" algn="l" defTabSz="914400" rtl="0">
        <a:lnSpc>
          <a:spcPct val="120000"/>
        </a:lnSpc>
        <a:spcBef>
          <a:spcPts val="500"/>
        </a:spcBef>
        <a:buFont typeface="Arial"/>
        <a:buNone/>
        <a:defRPr sz="1400">
          <a:solidFill>
            <a:schemeClr val="tx1"/>
          </a:solidFill>
          <a:latin typeface="+mn-lt"/>
          <a:ea typeface="+mn-ea"/>
          <a:cs typeface="+mn-cs"/>
        </a:defRPr>
      </a:lvl4pPr>
      <a:lvl5pPr marL="914400" indent="0" algn="l" defTabSz="914400" rtl="0">
        <a:lnSpc>
          <a:spcPct val="120000"/>
        </a:lnSpc>
        <a:spcBef>
          <a:spcPts val="500"/>
        </a:spcBef>
        <a:buFont typeface="Arial"/>
        <a:buNone/>
        <a:defRPr sz="14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26.jpg"/><Relationship Id="rId4" Type="http://schemas.openxmlformats.org/officeDocument/2006/relationships/image" Target="../media/image2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27.jpg"/><Relationship Id="rId4" Type="http://schemas.openxmlformats.org/officeDocument/2006/relationships/image" Target="../media/image2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28.jpg"/><Relationship Id="rId4" Type="http://schemas.openxmlformats.org/officeDocument/2006/relationships/image" Target="../media/image2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2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2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2.xml"/><Relationship Id="rId3" Type="http://schemas.openxmlformats.org/officeDocument/2006/relationships/image" Target="../media/image31.jpg"/><Relationship Id="rId4" Type="http://schemas.openxmlformats.org/officeDocument/2006/relationships/image" Target="../media/image25.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32.jpg"/><Relationship Id="rId4" Type="http://schemas.openxmlformats.org/officeDocument/2006/relationships/image" Target="../media/image2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243691" name="Title 1"/>
          <p:cNvSpPr>
            <a:spLocks noGrp="1"/>
          </p:cNvSpPr>
          <p:nvPr>
            <p:ph type="ctrTitle"/>
          </p:nvPr>
        </p:nvSpPr>
        <p:spPr bwMode="auto">
          <a:xfrm>
            <a:off x="1776902" y="4822407"/>
            <a:ext cx="6925432" cy="1351342"/>
          </a:xfrm>
        </p:spPr>
        <p:txBody>
          <a:bodyPr anchor="t">
            <a:normAutofit/>
          </a:bodyPr>
          <a:lstStyle/>
          <a:p>
            <a:pPr>
              <a:defRPr/>
            </a:pPr>
            <a:r>
              <a:rPr lang="en-US">
                <a:latin typeface="Bai Jamjuree SemiBold"/>
                <a:ea typeface="Bai Jamjuree SemiBold"/>
                <a:cs typeface="Bai Jamjuree SemiBold"/>
              </a:rPr>
              <a:t>Échange de clé</a:t>
            </a:r>
            <a:br>
              <a:rPr lang="en-US">
                <a:latin typeface="Bai Jamjuree SemiBold"/>
                <a:ea typeface="Bai Jamjuree SemiBold"/>
                <a:cs typeface="Bai Jamjuree SemiBold"/>
              </a:rPr>
            </a:br>
            <a:r>
              <a:rPr lang="en-US">
                <a:latin typeface="Bai Jamjuree SemiBold"/>
                <a:ea typeface="Bai Jamjuree SemiBold"/>
                <a:cs typeface="Bai Jamjuree SemiBold"/>
              </a:rPr>
              <a:t>Diffie-Hellman</a:t>
            </a:r>
            <a:endParaRPr>
              <a:latin typeface="Bai Jamjuree SemiBold"/>
              <a:cs typeface="Bai Jamjuree SemiBold"/>
            </a:endParaRPr>
          </a:p>
        </p:txBody>
      </p:sp>
      <p:pic>
        <p:nvPicPr>
          <p:cNvPr id="1264066860" name="Picture 6" descr="Concept numérique résumé qui montre l’optimisation de la sécurité réseau et la technologie internet  "/>
          <p:cNvPicPr>
            <a:picLocks noChangeAspect="1"/>
          </p:cNvPicPr>
          <p:nvPr/>
        </p:nvPicPr>
        <p:blipFill rotWithShape="1">
          <a:blip r:embed="rId3"/>
          <a:srcRect l="0" t="23541" r="1" b="16364"/>
          <a:stretch/>
        </p:blipFill>
        <p:spPr bwMode="auto">
          <a:xfrm>
            <a:off x="1866900" y="10"/>
            <a:ext cx="10325100" cy="4653639"/>
          </a:xfrm>
          <a:prstGeom prst="rect">
            <a:avLst/>
          </a:prstGeom>
        </p:spPr>
      </p:pic>
      <p:sp>
        <p:nvSpPr>
          <p:cNvPr id="1918072744" name="Footer Placeholder 3"/>
          <p:cNvSpPr>
            <a:spLocks noGrp="1"/>
          </p:cNvSpPr>
          <p:nvPr>
            <p:ph type="ftr" sz="quarter" idx="11"/>
          </p:nvPr>
        </p:nvSpPr>
        <p:spPr bwMode="auto">
          <a:xfrm flipH="0" flipV="0">
            <a:off x="1776902" y="6447495"/>
            <a:ext cx="4021462" cy="338328"/>
          </a:xfrm>
        </p:spPr>
        <p:txBody>
          <a:bodyPr anchor="ctr">
            <a:normAutofit/>
          </a:bodyPr>
          <a:lstStyle/>
          <a:p>
            <a:pPr rtl="0">
              <a:spcAft>
                <a:spcPts val="600"/>
              </a:spcAft>
              <a:defRPr/>
            </a:pPr>
            <a:r>
              <a:rPr lang="fr-FR"/>
              <a:t>Aurelien santi, gabriel zeizer, alexandre raccut</a:t>
            </a:r>
            <a:endParaRPr lang="en-US"/>
          </a:p>
        </p:txBody>
      </p:sp>
      <p:sp>
        <p:nvSpPr>
          <p:cNvPr id="1188020539" name="Slide Number Placeholder 5"/>
          <p:cNvSpPr>
            <a:spLocks noGrp="1"/>
          </p:cNvSpPr>
          <p:nvPr>
            <p:ph type="sldNum" sz="quarter" idx="12"/>
          </p:nvPr>
        </p:nvSpPr>
        <p:spPr bwMode="auto">
          <a:xfrm>
            <a:off x="11480357" y="6451888"/>
            <a:ext cx="457200" cy="338328"/>
          </a:xfrm>
        </p:spPr>
        <p:txBody>
          <a:bodyPr anchor="ctr">
            <a:normAutofit/>
          </a:bodyPr>
          <a:lstStyle/>
          <a:p>
            <a:pPr rtl="0">
              <a:spcAft>
                <a:spcPts val="600"/>
              </a:spcAft>
              <a:defRPr/>
            </a:pPr>
            <a:fld id="{8E274F5D-21DC-40EF-8DBA-AB9BB119E939}" type="slidenum">
              <a:rPr lang="en-US"/>
              <a:t>1</a:t>
            </a:fld>
            <a:endParaRPr lang="en-US"/>
          </a:p>
        </p:txBody>
      </p:sp>
      <p:pic>
        <p:nvPicPr>
          <p:cNvPr id="1758247476" name="Image 17" descr="Une image contenant texte, Police, Graphique, capture d’écran&#10;&#10;Le contenu généré par l’IA peut être incorrect."/>
          <p:cNvPicPr>
            <a:picLocks noChangeAspect="1"/>
          </p:cNvPicPr>
          <p:nvPr/>
        </p:nvPicPr>
        <p:blipFill rotWithShape="1">
          <a:blip r:embed="rId4"/>
          <a:stretch/>
        </p:blipFill>
        <p:spPr bwMode="auto">
          <a:xfrm>
            <a:off x="8471367" y="5640952"/>
            <a:ext cx="3155431" cy="554947"/>
          </a:xfrm>
          <a:prstGeom prst="rect">
            <a:avLst/>
          </a:prstGeom>
        </p:spPr>
      </p:pic>
      <p:pic>
        <p:nvPicPr>
          <p:cNvPr id="2102268918" name="Picture 1551728592"/>
          <p:cNvPicPr>
            <a:picLocks noChangeAspect="1"/>
          </p:cNvPicPr>
          <p:nvPr/>
        </p:nvPicPr>
        <p:blipFill rotWithShape="1">
          <a:blip r:embed="rId5"/>
        </p:blipFill>
        <p:spPr bwMode="auto">
          <a:xfrm flipH="0" flipV="0">
            <a:off x="10129008" y="6338835"/>
            <a:ext cx="1431115" cy="1650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185243691"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6481052" name="Espace réservé du numéro de diapositive 6"/>
          <p:cNvSpPr>
            <a:spLocks noGrp="1"/>
          </p:cNvSpPr>
          <p:nvPr>
            <p:ph type="sldNum" sz="quarter" idx="12"/>
          </p:nvPr>
        </p:nvSpPr>
        <p:spPr bwMode="auto"/>
        <p:txBody>
          <a:bodyPr/>
          <a:lstStyle/>
          <a:p>
            <a:pPr rtl="0">
              <a:defRPr/>
            </a:pPr>
            <a:fld id="{A9F54418-CC4B-4915-E36D-25D7E3A5D20C}" type="slidenum">
              <a:rPr lang="en-US"/>
              <a:t/>
            </a:fld>
            <a:endParaRPr lang="en-US"/>
          </a:p>
        </p:txBody>
      </p:sp>
      <p:sp>
        <p:nvSpPr>
          <p:cNvPr id="762554591" name="Titre 1"/>
          <p:cNvSpPr>
            <a:spLocks noGrp="1"/>
          </p:cNvSpPr>
          <p:nvPr>
            <p:ph type="ctrTitle"/>
          </p:nvPr>
        </p:nvSpPr>
        <p:spPr bwMode="auto">
          <a:xfrm flipH="0" flipV="0">
            <a:off x="423490" y="2122470"/>
            <a:ext cx="11424114" cy="2484331"/>
          </a:xfrm>
        </p:spPr>
        <p:txBody>
          <a:bodyPr vertOverflow="overflow" horzOverflow="overflow" vert="horz" wrap="square" lIns="91440" tIns="45720" rIns="91440" bIns="45720" numCol="1" spcCol="0" rtlCol="0" fromWordArt="0" anchor="t" anchorCtr="0" forceAA="0" upright="0" compatLnSpc="0">
            <a:normAutofit/>
          </a:bodyPr>
          <a:lstStyle>
            <a:lvl1pPr>
              <a:defRPr lang="en-US" sz="5400">
                <a:solidFill>
                  <a:schemeClr val="tx1"/>
                </a:solidFill>
              </a:defRPr>
            </a:lvl1pPr>
          </a:lstStyle>
          <a:p>
            <a:pPr algn="ctr">
              <a:defRPr/>
            </a:pPr>
            <a:r>
              <a:rPr lang="en-US" sz="4800" b="0" i="0" u="none" strike="noStrike" cap="none" spc="-109">
                <a:solidFill>
                  <a:schemeClr val="tx1"/>
                </a:solidFill>
                <a:latin typeface="Bai Jamjuree SemiBold"/>
                <a:ea typeface="Bai Jamjuree SemiBold"/>
                <a:cs typeface="Bai Jamjuree SemiBold"/>
              </a:rPr>
              <a:t>Comment deux personnes peuvent-elles créer un secret commun sans jamais se montrer ce secret ?</a:t>
            </a:r>
            <a:endParaRPr>
              <a:latin typeface="Bai Jamjuree SemiBold"/>
              <a:cs typeface="Bai Jamjuree SemiBold"/>
            </a:endParaRPr>
          </a:p>
        </p:txBody>
      </p:sp>
      <p:pic>
        <p:nvPicPr>
          <p:cNvPr id="1882165096"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1835905" name="Titre 1"/>
          <p:cNvSpPr>
            <a:spLocks noGrp="1"/>
          </p:cNvSpPr>
          <p:nvPr>
            <p:ph type="title"/>
          </p:nvPr>
        </p:nvSpPr>
        <p:spPr bwMode="auto">
          <a:xfrm flipH="0" flipV="0">
            <a:off x="4909975" y="1115568"/>
            <a:ext cx="6476184" cy="1389582"/>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lnSpc>
                <a:spcPct val="110000"/>
              </a:lnSpc>
              <a:spcBef>
                <a:spcPts val="2499"/>
              </a:spcBef>
              <a:buFont typeface="Arial"/>
              <a:buNone/>
              <a:defRPr/>
            </a:pPr>
            <a:r>
              <a:rPr lang="en-US" sz="3000" b="1" i="0" u="none" strike="noStrike" cap="none" spc="-109">
                <a:solidFill>
                  <a:schemeClr val="tx1"/>
                </a:solidFill>
                <a:latin typeface="Bai Jamjuree SemiBold"/>
                <a:ea typeface="Bai Jamjuree SemiBold"/>
                <a:cs typeface="Bai Jamjuree SemiBold"/>
              </a:rPr>
              <a:t>Fondements du protocole Diffie-Hellman</a:t>
            </a:r>
            <a:endParaRPr sz="3000"/>
          </a:p>
          <a:p>
            <a:pPr>
              <a:defRPr/>
            </a:pPr>
            <a:endParaRPr/>
          </a:p>
        </p:txBody>
      </p:sp>
      <p:sp>
        <p:nvSpPr>
          <p:cNvPr id="1355850215" name="Espace réservé du numéro de diapositive 6"/>
          <p:cNvSpPr>
            <a:spLocks noGrp="1"/>
          </p:cNvSpPr>
          <p:nvPr>
            <p:ph type="sldNum" sz="quarter" idx="12"/>
          </p:nvPr>
        </p:nvSpPr>
        <p:spPr bwMode="auto"/>
        <p:txBody>
          <a:bodyPr/>
          <a:lstStyle/>
          <a:p>
            <a:pPr rtl="0">
              <a:defRPr/>
            </a:pPr>
            <a:fld id="{D9A41886-3725-AB3B-44AF-145992A21D7D}" type="slidenum">
              <a:rPr lang="en-US"/>
              <a:t/>
            </a:fld>
            <a:endParaRPr lang="en-US"/>
          </a:p>
        </p:txBody>
      </p:sp>
      <p:pic>
        <p:nvPicPr>
          <p:cNvPr id="1872765293" name=""/>
          <p:cNvPicPr>
            <a:picLocks noChangeAspect="1"/>
          </p:cNvPicPr>
          <p:nvPr>
            <p:ph type="pic" sz="quarter" idx="15" hasCustomPrompt="1"/>
          </p:nvPr>
        </p:nvPicPr>
        <p:blipFill rotWithShape="1">
          <a:blip r:embed="rId3"/>
          <a:stretch/>
        </p:blipFill>
        <p:spPr bwMode="auto">
          <a:xfrm rot="0" flipH="0" flipV="0">
            <a:off x="357187" y="1988802"/>
            <a:ext cx="3966634" cy="2644422"/>
          </a:xfrm>
          <a:prstGeom prst="rect">
            <a:avLst/>
          </a:prstGeom>
        </p:spPr>
      </p:pic>
      <p:sp>
        <p:nvSpPr>
          <p:cNvPr id="750599689" name="Espace réservé du contenu 7"/>
          <p:cNvSpPr>
            <a:spLocks noGrp="1"/>
          </p:cNvSpPr>
          <p:nvPr>
            <p:ph sz="quarter" idx="14"/>
          </p:nvPr>
        </p:nvSpPr>
        <p:spPr bwMode="auto">
          <a:xfrm flipH="0" flipV="0">
            <a:off x="4909975" y="2705099"/>
            <a:ext cx="6476182" cy="3733799"/>
          </a:xfrm>
        </p:spPr>
        <p:txBody>
          <a:bodyPr vertOverflow="overflow" horzOverflow="overflow" vert="horz" wrap="square" lIns="91440" tIns="45720" rIns="91440" bIns="45720" numCol="1" spcCol="0" rtlCol="0" fromWordArt="0" anchor="t" anchorCtr="0" forceAA="0" upright="0" compatLnSpc="0">
            <a:normAutofit/>
          </a:bodyPr>
          <a:lstStyle/>
          <a:p>
            <a:pPr marL="239821" indent="-239821">
              <a:buFont typeface="Arial"/>
              <a:buChar char="•"/>
              <a:defRPr/>
            </a:pPr>
            <a:r>
              <a:rPr lang="en-US" sz="1800" b="0" i="0" u="none" strike="noStrike" cap="none" spc="0">
                <a:solidFill>
                  <a:schemeClr val="tx1"/>
                </a:solidFill>
                <a:latin typeface="Noto Sans Adlam"/>
                <a:ea typeface="Noto Sans Adlam"/>
                <a:cs typeface="Noto Sans Adlam"/>
              </a:rPr>
              <a:t>Créer un secret partagé entre deux entités</a:t>
            </a:r>
            <a:endParaRPr sz="1800" b="0" i="0" u="none" strike="noStrike" cap="none" spc="0">
              <a:solidFill>
                <a:schemeClr val="tx1"/>
              </a:solidFill>
              <a:latin typeface="Noto Sans Adlam"/>
              <a:cs typeface="Noto Sans Adlam"/>
            </a:endParaRPr>
          </a:p>
          <a:p>
            <a:pPr marL="239821" indent="-239821">
              <a:buFont typeface="Arial"/>
              <a:buChar char="•"/>
              <a:defRPr/>
            </a:pPr>
            <a:r>
              <a:rPr lang="en-US" sz="1800" b="0" i="0" u="none" strike="noStrike" cap="none" spc="0">
                <a:solidFill>
                  <a:schemeClr val="tx1"/>
                </a:solidFill>
                <a:latin typeface="Noto Sans Adlam"/>
                <a:ea typeface="Noto Sans Adlam"/>
                <a:cs typeface="Noto Sans Adlam"/>
              </a:rPr>
              <a:t>Échange via un canal public (non sécurisé)</a:t>
            </a:r>
            <a:endParaRPr sz="1800" b="0" i="0" u="none" strike="noStrike" cap="none" spc="0">
              <a:solidFill>
                <a:schemeClr val="tx1"/>
              </a:solidFill>
              <a:latin typeface="Noto Sans Adlam"/>
              <a:cs typeface="Noto Sans Adlam"/>
            </a:endParaRPr>
          </a:p>
          <a:p>
            <a:pPr marL="239821" indent="-239821">
              <a:buFont typeface="Arial"/>
              <a:buChar char="•"/>
              <a:defRPr/>
            </a:pPr>
            <a:r>
              <a:rPr lang="en-US" sz="1800" b="0" i="0" u="none" strike="noStrike" cap="none" spc="0">
                <a:solidFill>
                  <a:schemeClr val="tx1"/>
                </a:solidFill>
                <a:latin typeface="Noto Sans Adlam"/>
                <a:ea typeface="Noto Sans Adlam"/>
                <a:cs typeface="Noto Sans Adlam"/>
              </a:rPr>
              <a:t>La clé secrète n'est jamais transmise directement</a:t>
            </a:r>
            <a:endParaRPr sz="1800" b="0" i="0" u="none" strike="noStrike" cap="none" spc="0">
              <a:solidFill>
                <a:schemeClr val="tx1"/>
              </a:solidFill>
              <a:latin typeface="Noto Sans Adlam"/>
              <a:cs typeface="Noto Sans Adlam"/>
            </a:endParaRPr>
          </a:p>
          <a:p>
            <a:pPr marL="239821" indent="-239821">
              <a:buFont typeface="Arial"/>
              <a:buChar char="•"/>
              <a:defRPr/>
            </a:pPr>
            <a:r>
              <a:rPr lang="en-US" sz="1800" b="0" i="0" u="none" strike="noStrike" cap="none" spc="0">
                <a:solidFill>
                  <a:schemeClr val="tx1"/>
                </a:solidFill>
                <a:latin typeface="Noto Sans Adlam"/>
                <a:ea typeface="Noto Sans Adlam"/>
                <a:cs typeface="Noto Sans Adlam"/>
              </a:rPr>
              <a:t>Chaque partie calcule le secret indépendamment</a:t>
            </a:r>
            <a:endParaRPr sz="1800" b="0" i="0" u="none" strike="noStrike" cap="none" spc="0">
              <a:solidFill>
                <a:schemeClr val="tx1"/>
              </a:solidFill>
              <a:latin typeface="Noto Sans Adlam"/>
              <a:cs typeface="Noto Sans Adlam"/>
            </a:endParaRPr>
          </a:p>
          <a:p>
            <a:pPr marL="239821" lvl="1" indent="-239821">
              <a:lnSpc>
                <a:spcPct val="110000"/>
              </a:lnSpc>
              <a:buFont typeface="Arial"/>
              <a:buChar char="•"/>
              <a:defRPr/>
            </a:pPr>
            <a:r>
              <a:rPr lang="fr-FR" sz="1800" b="0" i="0" u="none" strike="noStrike" cap="none" spc="0">
                <a:solidFill>
                  <a:schemeClr val="tx1"/>
                </a:solidFill>
                <a:latin typeface="Noto Sans Adlam"/>
                <a:ea typeface="Noto Sans Adlam"/>
                <a:cs typeface="Noto Sans Adlam"/>
              </a:rPr>
              <a:t>S</a:t>
            </a:r>
            <a:r>
              <a:rPr lang="en-US" sz="1800" b="0" i="0" u="none" strike="noStrike" cap="none" spc="0">
                <a:solidFill>
                  <a:schemeClr val="tx1"/>
                </a:solidFill>
                <a:latin typeface="Noto Sans Adlam"/>
                <a:ea typeface="Noto Sans Adlam"/>
                <a:cs typeface="Noto Sans Adlam"/>
              </a:rPr>
              <a:t>ecret identique des deux côtés</a:t>
            </a:r>
            <a:endParaRPr sz="1800">
              <a:latin typeface="Noto Sans Adlam"/>
              <a:cs typeface="Noto Sans Adlam"/>
            </a:endParaRPr>
          </a:p>
          <a:p>
            <a:pPr marL="239821" indent="-239821">
              <a:buFont typeface="Arial"/>
              <a:buChar char="•"/>
              <a:defRPr/>
            </a:pPr>
            <a:endParaRPr/>
          </a:p>
        </p:txBody>
      </p:sp>
      <p:pic>
        <p:nvPicPr>
          <p:cNvPr id="1814152794"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9347444" name="Titre 1"/>
          <p:cNvSpPr>
            <a:spLocks noGrp="1"/>
          </p:cNvSpPr>
          <p:nvPr>
            <p:ph type="title"/>
          </p:nvPr>
        </p:nvSpPr>
        <p:spPr bwMode="auto">
          <a:xfrm flipH="0" flipV="0">
            <a:off x="4543629" y="1115568"/>
            <a:ext cx="6842530" cy="1824359"/>
          </a:xfrm>
        </p:spPr>
        <p:txBody>
          <a:bodyPr/>
          <a:lstStyle/>
          <a:p>
            <a:pPr>
              <a:defRPr/>
            </a:pPr>
            <a:r>
              <a:rPr lang="en-US" sz="3000" b="1" i="0" u="none" strike="noStrike" cap="none" spc="-109">
                <a:solidFill>
                  <a:schemeClr val="tx1"/>
                </a:solidFill>
                <a:latin typeface="Bai Jamjuree SemiBold"/>
                <a:ea typeface="Bai Jamjuree SemiBold"/>
                <a:cs typeface="Bai Jamjuree SemiBold"/>
              </a:rPr>
              <a:t>Problème mathématique central</a:t>
            </a:r>
            <a:endParaRPr/>
          </a:p>
        </p:txBody>
      </p:sp>
      <p:sp>
        <p:nvSpPr>
          <p:cNvPr id="1989502706" name="Espace réservé du numéro de diapositive 6"/>
          <p:cNvSpPr>
            <a:spLocks noGrp="1"/>
          </p:cNvSpPr>
          <p:nvPr>
            <p:ph type="sldNum" sz="quarter" idx="12"/>
          </p:nvPr>
        </p:nvSpPr>
        <p:spPr bwMode="auto"/>
        <p:txBody>
          <a:bodyPr/>
          <a:lstStyle/>
          <a:p>
            <a:pPr rtl="0">
              <a:defRPr/>
            </a:pPr>
            <a:fld id="{32B20B7C-DF40-D054-A998-EA2DE4AED975}" type="slidenum">
              <a:rPr lang="en-US"/>
              <a:t/>
            </a:fld>
            <a:endParaRPr lang="en-US"/>
          </a:p>
        </p:txBody>
      </p:sp>
      <p:pic>
        <p:nvPicPr>
          <p:cNvPr id="1427901805" name=""/>
          <p:cNvPicPr>
            <a:picLocks noChangeAspect="1"/>
          </p:cNvPicPr>
          <p:nvPr>
            <p:ph type="pic" sz="quarter" idx="15" hasCustomPrompt="1"/>
          </p:nvPr>
        </p:nvPicPr>
        <p:blipFill rotWithShape="1">
          <a:blip r:embed="rId3"/>
          <a:stretch/>
        </p:blipFill>
        <p:spPr bwMode="auto">
          <a:xfrm rot="0" flipH="0" flipV="0">
            <a:off x="429768" y="1657350"/>
            <a:ext cx="3310989" cy="3310989"/>
          </a:xfrm>
          <a:prstGeom prst="rect">
            <a:avLst/>
          </a:prstGeom>
        </p:spPr>
      </p:pic>
      <p:sp>
        <p:nvSpPr>
          <p:cNvPr id="2076001150" name="Espace réservé du contenu 7"/>
          <p:cNvSpPr>
            <a:spLocks noGrp="1"/>
          </p:cNvSpPr>
          <p:nvPr>
            <p:ph sz="quarter" idx="14"/>
          </p:nvPr>
        </p:nvSpPr>
        <p:spPr bwMode="auto">
          <a:xfrm flipH="0" flipV="0">
            <a:off x="4543629" y="2705099"/>
            <a:ext cx="6842529" cy="3238866"/>
          </a:xfrm>
        </p:spPr>
        <p:txBody>
          <a:bodyPr/>
          <a:lstStyle/>
          <a:p>
            <a:pPr marL="217793" indent="-217793">
              <a:buFont typeface="Arial"/>
              <a:buChar char="•"/>
              <a:defRPr/>
            </a:pPr>
            <a:r>
              <a:rPr sz="1600" b="0" i="0" u="none">
                <a:solidFill>
                  <a:schemeClr val="tx1"/>
                </a:solidFill>
                <a:latin typeface="Noto Sans Adlam"/>
                <a:ea typeface="Noto Sans Adlam"/>
                <a:cs typeface="Noto Sans Adlam"/>
              </a:rPr>
              <a:t>Basé sur le </a:t>
            </a:r>
            <a:r>
              <a:rPr sz="1600" b="1" i="0" u="none">
                <a:solidFill>
                  <a:schemeClr val="tx1"/>
                </a:solidFill>
                <a:latin typeface="Noto Sans Adlam"/>
                <a:ea typeface="Noto Sans Adlam"/>
                <a:cs typeface="Noto Sans Adlam"/>
              </a:rPr>
              <a:t>Problème du Logarithme Discret (DLP)</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Calculer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𝐴</m:t>
                      </m:r>
                      <m:r>
                        <m:rPr/>
                        <a:rPr sz="1800">
                          <a:solidFill>
                            <a:schemeClr val="tx1"/>
                          </a:solidFill>
                          <a:latin typeface="Cambria Math"/>
                          <a:ea typeface="Cambria Math"/>
                          <a:cs typeface="Cambria Math"/>
                        </a:rPr>
                        <m:t>=</m:t>
                      </m:r>
                      <m:sSup>
                        <m:sSupPr>
                          <m:ctrlPr>
                            <a:rPr sz="1800">
                              <a:solidFill>
                                <a:schemeClr val="tx1"/>
                              </a:solidFill>
                              <a:latin typeface="Cambria Math"/>
                              <a:ea typeface="Cambria Math"/>
                              <a:cs typeface="Cambria Math"/>
                            </a:rPr>
                          </m:ctrlPr>
                        </m:sSupPr>
                        <m:e>
                          <m:r>
                            <m:rPr/>
                            <a:rPr sz="1800">
                              <a:solidFill>
                                <a:schemeClr val="tx1"/>
                              </a:solidFill>
                              <a:latin typeface="Cambria Math"/>
                              <a:ea typeface="Cambria Math"/>
                              <a:cs typeface="Cambria Math"/>
                            </a:rPr>
                            <m:t>𝑔</m:t>
                          </m:r>
                        </m:e>
                        <m:sup>
                          <m:r>
                            <m:rPr/>
                            <a:rPr sz="1800">
                              <a:solidFill>
                                <a:schemeClr val="tx1"/>
                              </a:solidFill>
                              <a:latin typeface="Cambria Math"/>
                              <a:ea typeface="Cambria Math"/>
                              <a:cs typeface="Cambria Math"/>
                            </a:rPr>
                            <m:t>𝑎</m:t>
                          </m:r>
                        </m:sup>
                      </m:sSup>
                      <m:r>
                        <m:rPr/>
                        <a:rPr sz="1800">
                          <a:solidFill>
                            <a:schemeClr val="tx1"/>
                          </a:solidFill>
                          <a:latin typeface="Cambria Math"/>
                          <a:ea typeface="Cambria Math"/>
                          <a:cs typeface="Cambria Math"/>
                        </a:rPr>
                        <m:t> m</m:t>
                      </m:r>
                      <m:r>
                        <m:rPr/>
                        <a:rPr sz="1800">
                          <a:solidFill>
                            <a:schemeClr val="tx1"/>
                          </a:solidFill>
                          <a:latin typeface="Cambria Math"/>
                          <a:ea typeface="Cambria Math"/>
                          <a:cs typeface="Cambria Math"/>
                        </a:rPr>
                        <m:t>o</m:t>
                      </m:r>
                      <m:r>
                        <m:rPr/>
                        <a:rPr sz="1800">
                          <a:solidFill>
                            <a:schemeClr val="tx1"/>
                          </a:solidFill>
                          <a:latin typeface="Cambria Math"/>
                          <a:ea typeface="Cambria Math"/>
                          <a:cs typeface="Cambria Math"/>
                        </a:rPr>
                        <m:t>d </m:t>
                      </m:r>
                      <m:r>
                        <m:rPr/>
                        <a:rPr sz="1800">
                          <a:solidFill>
                            <a:schemeClr val="tx1"/>
                          </a:solidFill>
                          <a:latin typeface="Cambria Math"/>
                          <a:ea typeface="Cambria Math"/>
                          <a:cs typeface="Cambria Math"/>
                        </a:rPr>
                        <m:t>𝑝 </m:t>
                      </m:r>
                    </m:oMath>
                  </m:oMathPara>
                </a14:m>
              </mc:Choice>
              <mc:Fallback/>
            </mc:AlternateContent>
            <a:r>
              <a:rPr sz="1600" b="0" i="0" u="none">
                <a:solidFill>
                  <a:schemeClr val="tx1"/>
                </a:solidFill>
                <a:latin typeface="Noto Sans Adlam"/>
                <a:ea typeface="Noto Sans Adlam"/>
                <a:cs typeface="Noto Sans Adlam"/>
              </a:rPr>
              <a:t>→ </a:t>
            </a:r>
            <a:r>
              <a:rPr sz="1600" b="1" i="0" u="none">
                <a:solidFill>
                  <a:schemeClr val="tx1"/>
                </a:solidFill>
                <a:latin typeface="Noto Sans Adlam"/>
                <a:ea typeface="Noto Sans Adlam"/>
                <a:cs typeface="Noto Sans Adlam"/>
              </a:rPr>
              <a:t>facile</a:t>
            </a:r>
            <a:r>
              <a:rPr sz="1600" b="0" i="0" u="none">
                <a:solidFill>
                  <a:schemeClr val="tx1"/>
                </a:solidFill>
                <a:latin typeface="Noto Sans Adlam"/>
                <a:ea typeface="Noto Sans Adlam"/>
                <a:cs typeface="Noto Sans Adlam"/>
              </a:rPr>
              <a:t> </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Retrouver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𝑎</m:t>
                      </m:r>
                    </m:oMath>
                  </m:oMathPara>
                </a14:m>
              </mc:Choice>
              <mc:Fallback/>
            </mc:AlternateContent>
            <a:r>
              <a:rPr sz="1600" b="0" i="0" u="none">
                <a:solidFill>
                  <a:schemeClr val="tx1"/>
                </a:solidFill>
                <a:latin typeface="Noto Sans Adlam"/>
                <a:ea typeface="Noto Sans Adlam"/>
                <a:cs typeface="Noto Sans Adlam"/>
              </a:rPr>
              <a:t> depuis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𝐴</m:t>
                      </m:r>
                    </m:oMath>
                  </m:oMathPara>
                </a14:m>
              </mc:Choice>
              <mc:Fallback/>
            </mc:AlternateContent>
            <a:r>
              <a:rPr sz="1600" b="0" i="0" u="none">
                <a:solidFill>
                  <a:schemeClr val="tx1"/>
                </a:solidFill>
                <a:latin typeface="Noto Sans Adlam"/>
                <a:ea typeface="Noto Sans Adlam"/>
                <a:cs typeface="Noto Sans Adlam"/>
              </a:rPr>
              <a:t>,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𝑔</m:t>
                      </m:r>
                    </m:oMath>
                  </m:oMathPara>
                </a14:m>
              </mc:Choice>
              <mc:Fallback/>
            </mc:AlternateContent>
            <a:r>
              <a:rPr sz="1600" b="0" i="0" u="none">
                <a:solidFill>
                  <a:schemeClr val="tx1"/>
                </a:solidFill>
                <a:latin typeface="Noto Sans Adlam"/>
                <a:ea typeface="Noto Sans Adlam"/>
                <a:cs typeface="Noto Sans Adlam"/>
              </a:rPr>
              <a:t>,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𝑝</m:t>
                      </m:r>
                    </m:oMath>
                  </m:oMathPara>
                </a14:m>
              </mc:Choice>
              <mc:Fallback/>
            </mc:AlternateContent>
            <a:r>
              <a:rPr sz="1600" b="0" i="0" u="none">
                <a:solidFill>
                  <a:schemeClr val="tx1"/>
                </a:solidFill>
                <a:latin typeface="Noto Sans Adlam"/>
                <a:ea typeface="Noto Sans Adlam"/>
                <a:cs typeface="Noto Sans Adlam"/>
              </a:rPr>
              <a:t> → </a:t>
            </a:r>
            <a:r>
              <a:rPr sz="1600" b="1" i="0" u="none">
                <a:solidFill>
                  <a:schemeClr val="tx1"/>
                </a:solidFill>
                <a:latin typeface="Noto Sans Adlam"/>
                <a:ea typeface="Noto Sans Adlam"/>
                <a:cs typeface="Noto Sans Adlam"/>
              </a:rPr>
              <a:t>infaisable</a:t>
            </a:r>
            <a:r>
              <a:rPr sz="1600" b="0" i="0" u="none">
                <a:solidFill>
                  <a:schemeClr val="tx1"/>
                </a:solidFill>
                <a:latin typeface="Noto Sans Adlam"/>
                <a:ea typeface="Noto Sans Adlam"/>
                <a:cs typeface="Noto Sans Adlam"/>
              </a:rPr>
              <a:t> </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Aucun algorithme classique efficace connu pour l'inverser</a:t>
            </a:r>
            <a:endParaRPr sz="1800">
              <a:solidFill>
                <a:schemeClr val="tx1"/>
              </a:solidFill>
              <a:latin typeface="Noto Sans Adlam"/>
              <a:cs typeface="Noto Sans Adlam"/>
            </a:endParaRPr>
          </a:p>
          <a:p>
            <a:pPr marL="217793" lvl="1" indent="-217793">
              <a:lnSpc>
                <a:spcPct val="110000"/>
              </a:lnSpc>
              <a:buFont typeface="Arial"/>
              <a:buChar char="•"/>
              <a:defRPr/>
            </a:pPr>
            <a:r>
              <a:rPr sz="1600" b="0" i="0" u="none">
                <a:solidFill>
                  <a:schemeClr val="tx1"/>
                </a:solidFill>
                <a:latin typeface="Noto Sans Adlam"/>
                <a:ea typeface="Noto Sans Adlam"/>
                <a:cs typeface="Noto Sans Adlam"/>
              </a:rPr>
              <a:t>Sécurité garantie si </a:t>
            </a:r>
            <mc:AlternateContent xmlns:mc="http://schemas.openxmlformats.org/markup-compatibility/2006" xmlns:m="http://schemas.openxmlformats.org/officeDocument/2006/math">
              <mc:Choice xmlns:a14="http://schemas.microsoft.com/office/drawing/2010/main" Requires="a14">
                <a14:m>
                  <m:oMathPara>
                    <m:oMathParaPr/>
                    <m:oMath>
                      <m:r>
                        <m:rPr/>
                        <a:rPr sz="1800">
                          <a:solidFill>
                            <a:schemeClr val="tx1"/>
                          </a:solidFill>
                          <a:latin typeface="Cambria Math"/>
                          <a:ea typeface="Cambria Math"/>
                          <a:cs typeface="Cambria Math"/>
                        </a:rPr>
                        <m:t>𝑝</m:t>
                      </m:r>
                    </m:oMath>
                  </m:oMathPara>
                </a14:m>
              </mc:Choice>
              <mc:Fallback/>
            </mc:AlternateContent>
            <a:r>
              <a:rPr sz="1600" b="0" i="0" u="none">
                <a:solidFill>
                  <a:schemeClr val="tx1"/>
                </a:solidFill>
                <a:latin typeface="Noto Sans Adlam"/>
                <a:ea typeface="Noto Sans Adlam"/>
                <a:cs typeface="Noto Sans Adlam"/>
              </a:rPr>
              <a:t> est un </a:t>
            </a:r>
            <a:r>
              <a:rPr sz="1600" b="1" i="0" u="none">
                <a:solidFill>
                  <a:schemeClr val="tx1"/>
                </a:solidFill>
                <a:latin typeface="Noto Sans Adlam"/>
                <a:ea typeface="Noto Sans Adlam"/>
                <a:cs typeface="Noto Sans Adlam"/>
              </a:rPr>
              <a:t>grand nombre premier</a:t>
            </a:r>
            <a:r>
              <a:rPr sz="1600" b="0" i="0" u="none">
                <a:solidFill>
                  <a:schemeClr val="tx1"/>
                </a:solidFill>
                <a:latin typeface="Noto Sans Adlam"/>
                <a:ea typeface="Noto Sans Adlam"/>
                <a:cs typeface="Noto Sans Adlam"/>
              </a:rPr>
              <a:t> (≥ 2048 bits)</a:t>
            </a:r>
            <a:endParaRPr sz="1800">
              <a:solidFill>
                <a:schemeClr val="tx1"/>
              </a:solidFill>
              <a:latin typeface="Noto Sans Adlam"/>
              <a:cs typeface="Noto Sans Adlam"/>
            </a:endParaRPr>
          </a:p>
          <a:p>
            <a:pPr marL="239821" indent="-239821">
              <a:buFont typeface="Arial"/>
              <a:buChar char="•"/>
              <a:defRPr/>
            </a:pPr>
            <a:endParaRPr/>
          </a:p>
        </p:txBody>
      </p:sp>
      <p:pic>
        <p:nvPicPr>
          <p:cNvPr id="499607369"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5699439" name="Titre 1"/>
          <p:cNvSpPr>
            <a:spLocks noGrp="1"/>
          </p:cNvSpPr>
          <p:nvPr>
            <p:ph type="title"/>
          </p:nvPr>
        </p:nvSpPr>
        <p:spPr bwMode="auto">
          <a:xfrm flipH="0" flipV="0">
            <a:off x="5184735" y="860913"/>
            <a:ext cx="6201424" cy="1644236"/>
          </a:xfrm>
        </p:spPr>
        <p:txBody>
          <a:bodyPr vertOverflow="overflow" horzOverflow="overflow" vert="horz" wrap="square" lIns="91440" tIns="45720" rIns="91440" bIns="45720" numCol="1" spcCol="0" rtlCol="0" fromWordArt="0" anchor="t" anchorCtr="0" forceAA="0" upright="0" compatLnSpc="0">
            <a:normAutofit/>
          </a:bodyPr>
          <a:lstStyle/>
          <a:p>
            <a:pPr marL="0" indent="0">
              <a:lnSpc>
                <a:spcPct val="110000"/>
              </a:lnSpc>
              <a:spcBef>
                <a:spcPts val="2499"/>
              </a:spcBef>
              <a:buFont typeface="Arial"/>
              <a:buNone/>
              <a:defRPr/>
            </a:pPr>
            <a:r>
              <a:rPr lang="en-US" sz="3000" b="1" i="0" u="none" strike="noStrike" cap="none" spc="-109">
                <a:solidFill>
                  <a:schemeClr val="tx1"/>
                </a:solidFill>
                <a:latin typeface="Bai Jamjuree SemiBold"/>
                <a:ea typeface="Bai Jamjuree SemiBold"/>
                <a:cs typeface="Bai Jamjuree SemiBold"/>
              </a:rPr>
              <a:t>Utilisation pédagogique et pratique</a:t>
            </a:r>
            <a:endParaRPr sz="3000"/>
          </a:p>
          <a:p>
            <a:pPr>
              <a:defRPr/>
            </a:pPr>
            <a:endParaRPr/>
          </a:p>
        </p:txBody>
      </p:sp>
      <p:sp>
        <p:nvSpPr>
          <p:cNvPr id="1268225997" name="Espace réservé du numéro de diapositive 6"/>
          <p:cNvSpPr>
            <a:spLocks noGrp="1"/>
          </p:cNvSpPr>
          <p:nvPr>
            <p:ph type="sldNum" sz="quarter" idx="12"/>
          </p:nvPr>
        </p:nvSpPr>
        <p:spPr bwMode="auto"/>
        <p:txBody>
          <a:bodyPr/>
          <a:lstStyle/>
          <a:p>
            <a:pPr rtl="0">
              <a:defRPr/>
            </a:pPr>
            <a:fld id="{B4141847-E335-745C-F798-40A03111ADD9}" type="slidenum">
              <a:rPr lang="en-US"/>
              <a:t/>
            </a:fld>
            <a:endParaRPr lang="en-US"/>
          </a:p>
        </p:txBody>
      </p:sp>
      <p:pic>
        <p:nvPicPr>
          <p:cNvPr id="208632592" name=""/>
          <p:cNvPicPr>
            <a:picLocks noChangeAspect="1"/>
          </p:cNvPicPr>
          <p:nvPr>
            <p:ph type="pic" sz="quarter" idx="15" hasCustomPrompt="1"/>
          </p:nvPr>
        </p:nvPicPr>
        <p:blipFill rotWithShape="1">
          <a:blip r:embed="rId3"/>
          <a:stretch/>
        </p:blipFill>
        <p:spPr bwMode="auto">
          <a:xfrm rot="0" flipH="0" flipV="0">
            <a:off x="228966" y="1683031"/>
            <a:ext cx="4777772" cy="3185181"/>
          </a:xfrm>
          <a:prstGeom prst="rect">
            <a:avLst/>
          </a:prstGeom>
        </p:spPr>
      </p:pic>
      <p:sp>
        <p:nvSpPr>
          <p:cNvPr id="94955762" name="Espace réservé du contenu 7"/>
          <p:cNvSpPr>
            <a:spLocks noGrp="1"/>
          </p:cNvSpPr>
          <p:nvPr>
            <p:ph sz="quarter" idx="14"/>
          </p:nvPr>
        </p:nvSpPr>
        <p:spPr bwMode="auto">
          <a:xfrm flipH="0" flipV="0">
            <a:off x="5276322" y="2317139"/>
            <a:ext cx="6109836" cy="4121760"/>
          </a:xfrm>
        </p:spPr>
        <p:txBody>
          <a:bodyPr/>
          <a:lstStyle/>
          <a:p>
            <a:pPr marL="217793" indent="-217793">
              <a:buFont typeface="Arial"/>
              <a:buChar char="•"/>
              <a:defRPr/>
            </a:pPr>
            <a:r>
              <a:rPr sz="1600" b="0" i="0" u="none">
                <a:solidFill>
                  <a:schemeClr val="tx1"/>
                </a:solidFill>
                <a:latin typeface="Noto Sans Adlam"/>
                <a:ea typeface="Noto Sans Adlam"/>
                <a:cs typeface="Noto Sans Adlam"/>
              </a:rPr>
              <a:t>Illustre le concept de </a:t>
            </a:r>
            <a:r>
              <a:rPr sz="1600" b="1" i="0" u="none">
                <a:solidFill>
                  <a:schemeClr val="tx1"/>
                </a:solidFill>
                <a:latin typeface="Noto Sans Adlam"/>
                <a:ea typeface="Noto Sans Adlam"/>
                <a:cs typeface="Noto Sans Adlam"/>
              </a:rPr>
              <a:t>fonction à sens unique</a:t>
            </a:r>
            <a:r>
              <a:rPr sz="1600" b="0" i="0" u="none">
                <a:solidFill>
                  <a:schemeClr val="tx1"/>
                </a:solidFill>
                <a:latin typeface="Noto Sans Adlam"/>
                <a:ea typeface="Noto Sans Adlam"/>
                <a:cs typeface="Noto Sans Adlam"/>
              </a:rPr>
              <a:t> (one-way function)</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Chiffrer = facile → déchiffrer sans clé = impossible</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Intégré dans </a:t>
            </a:r>
            <a:r>
              <a:rPr sz="1600" b="1" i="0" u="none">
                <a:solidFill>
                  <a:schemeClr val="tx1"/>
                </a:solidFill>
                <a:latin typeface="Noto Sans Adlam"/>
                <a:ea typeface="Noto Sans Adlam"/>
                <a:cs typeface="Noto Sans Adlam"/>
              </a:rPr>
              <a:t>TLS</a:t>
            </a:r>
            <a:r>
              <a:rPr sz="1600" b="0" i="0" u="none">
                <a:solidFill>
                  <a:schemeClr val="tx1"/>
                </a:solidFill>
                <a:latin typeface="Noto Sans Adlam"/>
                <a:ea typeface="Noto Sans Adlam"/>
                <a:cs typeface="Noto Sans Adlam"/>
              </a:rPr>
              <a:t> → sécurise HTTPS (chaque connexion web)</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Intégré dans </a:t>
            </a:r>
            <a:r>
              <a:rPr sz="1600" b="1" i="0" u="none">
                <a:solidFill>
                  <a:schemeClr val="tx1"/>
                </a:solidFill>
                <a:latin typeface="Noto Sans Adlam"/>
                <a:ea typeface="Noto Sans Adlam"/>
                <a:cs typeface="Noto Sans Adlam"/>
              </a:rPr>
              <a:t>SSH</a:t>
            </a:r>
            <a:r>
              <a:rPr sz="1600" b="0" i="0" u="none">
                <a:solidFill>
                  <a:schemeClr val="tx1"/>
                </a:solidFill>
                <a:latin typeface="Noto Sans Adlam"/>
                <a:ea typeface="Noto Sans Adlam"/>
                <a:cs typeface="Noto Sans Adlam"/>
              </a:rPr>
              <a:t> → authentification serveur sans mot de passe</a:t>
            </a:r>
            <a:endParaRPr sz="1800">
              <a:solidFill>
                <a:schemeClr val="tx1"/>
              </a:solidFill>
              <a:latin typeface="Noto Sans Adlam"/>
              <a:cs typeface="Noto Sans Adlam"/>
            </a:endParaRPr>
          </a:p>
          <a:p>
            <a:pPr marL="217793" indent="-217793">
              <a:buFont typeface="Arial"/>
              <a:buChar char="•"/>
              <a:defRPr/>
            </a:pPr>
            <a:r>
              <a:rPr sz="1600" b="0" i="0" u="none">
                <a:solidFill>
                  <a:schemeClr val="tx1"/>
                </a:solidFill>
                <a:latin typeface="Noto Sans Adlam"/>
                <a:ea typeface="Noto Sans Adlam"/>
                <a:cs typeface="Noto Sans Adlam"/>
              </a:rPr>
              <a:t>Base de </a:t>
            </a:r>
            <a:r>
              <a:rPr sz="1600" b="1" i="0" u="none">
                <a:solidFill>
                  <a:schemeClr val="tx1"/>
                </a:solidFill>
                <a:latin typeface="Noto Sans Adlam"/>
                <a:ea typeface="Noto Sans Adlam"/>
                <a:cs typeface="Noto Sans Adlam"/>
              </a:rPr>
              <a:t>Signal, WhatsApp, WireGuard</a:t>
            </a:r>
            <a:r>
              <a:rPr sz="1600" b="0" i="0" u="none">
                <a:solidFill>
                  <a:schemeClr val="tx1"/>
                </a:solidFill>
                <a:latin typeface="Noto Sans Adlam"/>
                <a:ea typeface="Noto Sans Adlam"/>
                <a:cs typeface="Noto Sans Adlam"/>
              </a:rPr>
              <a:t> (perfect forward secrecy)</a:t>
            </a:r>
            <a:endParaRPr/>
          </a:p>
        </p:txBody>
      </p:sp>
      <p:pic>
        <p:nvPicPr>
          <p:cNvPr id="1948673711"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8470003" name="Title 1"/>
          <p:cNvSpPr>
            <a:spLocks noGrp="1"/>
          </p:cNvSpPr>
          <p:nvPr>
            <p:ph type="title"/>
          </p:nvPr>
        </p:nvSpPr>
        <p:spPr bwMode="auto">
          <a:xfrm>
            <a:off x="419100" y="4607626"/>
            <a:ext cx="4419600" cy="1640774"/>
          </a:xfrm>
        </p:spPr>
        <p:txBody>
          <a:bodyPr anchor="t">
            <a:normAutofit/>
          </a:bodyPr>
          <a:lstStyle/>
          <a:p>
            <a:pPr>
              <a:defRPr/>
            </a:pPr>
            <a:r>
              <a:rPr lang="en-US">
                <a:latin typeface="Bai Jamjuree SemiBold"/>
                <a:ea typeface="Bai Jamjuree SemiBold"/>
                <a:cs typeface="Bai Jamjuree SemiBold"/>
              </a:rPr>
              <a:t>Créer un secret sans </a:t>
            </a:r>
            <a:r>
              <a:rPr lang="fr-FR">
                <a:latin typeface="Bai Jamjuree SemiBold"/>
                <a:ea typeface="Bai Jamjuree SemiBold"/>
                <a:cs typeface="Bai Jamjuree SemiBold"/>
              </a:rPr>
              <a:t>jamais </a:t>
            </a:r>
            <a:r>
              <a:rPr lang="en-US">
                <a:latin typeface="Bai Jamjuree SemiBold"/>
                <a:ea typeface="Bai Jamjuree SemiBold"/>
                <a:cs typeface="Bai Jamjuree SemiBold"/>
              </a:rPr>
              <a:t>l’envoyer</a:t>
            </a:r>
            <a:endParaRPr/>
          </a:p>
        </p:txBody>
      </p:sp>
      <p:pic>
        <p:nvPicPr>
          <p:cNvPr id="919630873" name="Content Placeholder 7" descr="Shopping en ligne avec icône portefeuille"/>
          <p:cNvPicPr>
            <a:picLocks noChangeAspect="1" noGrp="1"/>
          </p:cNvPicPr>
          <p:nvPr>
            <p:ph type="pic" sz="quarter" idx="15"/>
          </p:nvPr>
        </p:nvPicPr>
        <p:blipFill rotWithShape="1">
          <a:blip r:embed="rId3"/>
        </p:blipFill>
        <p:spPr bwMode="auto">
          <a:xfrm>
            <a:off x="1914" y="10"/>
            <a:ext cx="4836786" cy="4214181"/>
          </a:xfrm>
        </p:spPr>
      </p:pic>
      <p:sp>
        <p:nvSpPr>
          <p:cNvPr id="648752218"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4</a:t>
            </a:fld>
            <a:endParaRPr lang="en-US"/>
          </a:p>
        </p:txBody>
      </p:sp>
      <p:sp>
        <p:nvSpPr>
          <p:cNvPr id="1933621919" name="Content Placeholder 6"/>
          <p:cNvSpPr>
            <a:spLocks noGrp="1"/>
          </p:cNvSpPr>
          <p:nvPr>
            <p:ph sz="quarter" idx="14"/>
          </p:nvPr>
        </p:nvSpPr>
        <p:spPr bwMode="auto">
          <a:xfrm>
            <a:off x="5541276" y="1104900"/>
            <a:ext cx="5750381" cy="5143500"/>
          </a:xfrm>
        </p:spPr>
        <p:txBody>
          <a:bodyPr vertOverflow="overflow" horzOverflow="overflow" vert="horz" wrap="square" lIns="91440" tIns="45720" rIns="91440" bIns="45720" numCol="1" spcCol="0" rtlCol="0" fromWordArt="0" anchor="t" anchorCtr="0" forceAA="0" upright="0" compatLnSpc="0">
            <a:normAutofit/>
          </a:bodyPr>
          <a:lstStyle/>
          <a:p>
            <a:pPr marL="0" indent="0">
              <a:spcBef>
                <a:spcPts val="2500"/>
              </a:spcBef>
              <a:buFont typeface="Arial"/>
              <a:buNone/>
              <a:defRPr/>
            </a:pPr>
            <a:r>
              <a:rPr lang="en-US" b="1"/>
              <a:t>Paradoxe de la cryptographie</a:t>
            </a:r>
            <a:endParaRPr/>
          </a:p>
          <a:p>
            <a:pPr marL="23982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Créer un secret sans jamais l'envoyer → semble impossible </a:t>
            </a:r>
            <a:endParaRPr lang="fr-FR" sz="1400" b="0" i="0" u="none" strike="noStrike" cap="none" spc="0">
              <a:solidFill>
                <a:schemeClr val="tx1"/>
              </a:solidFill>
              <a:latin typeface="Neue Haas Grotesk Text Pro"/>
              <a:cs typeface="Neue Haas Grotesk Text Pro"/>
            </a:endParaRPr>
          </a:p>
          <a:p>
            <a:pPr marL="23982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Fondement exact de Diffie-Hellman</a:t>
            </a:r>
            <a:endParaRPr lang="fr-FR" sz="1400" b="0" i="0" u="none" strike="noStrike" cap="none" spc="0">
              <a:solidFill>
                <a:schemeClr val="tx1"/>
              </a:solidFill>
              <a:latin typeface="Neue Haas Grotesk Text Pro"/>
              <a:cs typeface="Neue Haas Grotesk Text Pro"/>
            </a:endParaRPr>
          </a:p>
          <a:p>
            <a:pPr marL="23982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Chaque partie calcule le secret de son côté → résultat identique</a:t>
            </a:r>
            <a:endParaRPr lang="fr-FR" sz="1400" b="0" i="0" u="none" strike="noStrike" cap="none" spc="0">
              <a:solidFill>
                <a:schemeClr val="tx1"/>
              </a:solidFill>
              <a:latin typeface="Neue Haas Grotesk Text Pro"/>
              <a:cs typeface="Neue Haas Grotesk Text Pro"/>
            </a:endParaRPr>
          </a:p>
          <a:p>
            <a:pPr marL="23982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Le canal public ne transmet aucune information secrète</a:t>
            </a:r>
            <a:endParaRPr lang="fr-FR" sz="1400" b="0" i="0" u="none" strike="noStrike" cap="none" spc="0">
              <a:solidFill>
                <a:schemeClr val="tx1"/>
              </a:solidFill>
              <a:latin typeface="Neue Haas Grotesk Text Pro"/>
              <a:cs typeface="Neue Haas Grotesk Text Pro"/>
            </a:endParaRPr>
          </a:p>
          <a:p>
            <a:pPr marL="239821" lvl="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Preuve que la sécurité repose sur les maths, pas sur le secret du canal</a:t>
            </a:r>
            <a:endParaRPr lang="en-US"/>
          </a:p>
          <a:p>
            <a:pPr marL="0" indent="0">
              <a:spcBef>
                <a:spcPts val="2500"/>
              </a:spcBef>
              <a:buFont typeface="Arial"/>
              <a:buNone/>
              <a:defRPr/>
            </a:pPr>
            <a:r>
              <a:rPr lang="en-US" b="1"/>
              <a:t>Opérations à sens unique</a:t>
            </a:r>
            <a:endParaRPr/>
          </a:p>
          <a:p>
            <a:pPr marL="239821" indent="-239821">
              <a:buFont typeface="Arial"/>
              <a:buChar char="•"/>
              <a:defRPr/>
            </a:pPr>
            <a:r>
              <a:rPr lang="fr-FR" sz="1400" b="0" i="0" u="none" strike="noStrike" cap="none" spc="0">
                <a:solidFill>
                  <a:schemeClr val="tx1"/>
                </a:solidFill>
                <a:latin typeface="Neue Haas Grotesk Text Pro"/>
                <a:ea typeface="Neue Haas Grotesk Text Pro"/>
                <a:cs typeface="Neue Haas Grotesk Text Pro"/>
              </a:rPr>
              <a:t>Faciles dans un sens, infaisables à inverser</a:t>
            </a:r>
            <a:endParaRPr lang="fr-FR" sz="1400" b="0" i="0" u="none" strike="noStrike" cap="none" spc="0">
              <a:solidFill>
                <a:schemeClr val="tx1"/>
              </a:solidFill>
              <a:latin typeface="Neue Haas Grotesk Text Pro"/>
              <a:cs typeface="Neue Haas Grotesk Text Pro"/>
            </a:endParaRPr>
          </a:p>
        </p:txBody>
      </p:sp>
      <p:pic>
        <p:nvPicPr>
          <p:cNvPr id="1646060015"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1933621919"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1450933" name="Title 1"/>
          <p:cNvSpPr>
            <a:spLocks noGrp="1"/>
          </p:cNvSpPr>
          <p:nvPr>
            <p:ph type="title"/>
          </p:nvPr>
        </p:nvSpPr>
        <p:spPr bwMode="auto">
          <a:xfrm>
            <a:off x="409980" y="4311805"/>
            <a:ext cx="8585337" cy="2368300"/>
          </a:xfrm>
        </p:spPr>
        <p:txBody>
          <a:bodyPr anchor="b">
            <a:normAutofit/>
          </a:bodyPr>
          <a:lstStyle/>
          <a:p>
            <a:pPr>
              <a:defRPr/>
            </a:pPr>
            <a:r>
              <a:rPr lang="fr-FR">
                <a:latin typeface="Bai Jamjuree SemiBold"/>
                <a:ea typeface="Bai Jamjuree SemiBold"/>
                <a:cs typeface="Bai Jamjuree SemiBold"/>
              </a:rPr>
              <a:t>M</a:t>
            </a:r>
            <a:r>
              <a:rPr lang="en-US">
                <a:latin typeface="Bai Jamjuree SemiBold"/>
                <a:ea typeface="Bai Jamjuree SemiBold"/>
                <a:cs typeface="Bai Jamjuree SemiBold"/>
              </a:rPr>
              <a:t>athématiques</a:t>
            </a:r>
            <a:r>
              <a:rPr lang="fr-FR">
                <a:latin typeface="Bai Jamjuree SemiBold"/>
                <a:ea typeface="Bai Jamjuree SemiBold"/>
                <a:cs typeface="Bai Jamjuree SemiBold"/>
              </a:rPr>
              <a:t> et exemples</a:t>
            </a:r>
            <a:endParaRPr/>
          </a:p>
        </p:txBody>
      </p:sp>
      <p:sp>
        <p:nvSpPr>
          <p:cNvPr id="1936650834" name="Slide Number Placeholder 5"/>
          <p:cNvSpPr>
            <a:spLocks noGrp="1"/>
          </p:cNvSpPr>
          <p:nvPr>
            <p:ph type="sldNum" sz="quarter" idx="12"/>
          </p:nvPr>
        </p:nvSpPr>
        <p:spPr bwMode="auto">
          <a:xfrm>
            <a:off x="11291658" y="219456"/>
            <a:ext cx="555948" cy="338328"/>
          </a:xfrm>
        </p:spPr>
        <p:txBody>
          <a:bodyPr anchor="ctr">
            <a:normAutofit/>
          </a:bodyPr>
          <a:lstStyle/>
          <a:p>
            <a:pPr rtl="0">
              <a:spcAft>
                <a:spcPts val="600"/>
              </a:spcAft>
              <a:defRPr/>
            </a:pPr>
            <a:fld id="{8E274F5D-21DC-40EF-8DBA-AB9BB119E939}" type="slidenum">
              <a:rPr lang="en-US"/>
              <a:t>6</a:t>
            </a:fld>
            <a:endParaRPr lang="en-US"/>
          </a:p>
        </p:txBody>
      </p:sp>
      <p:pic>
        <p:nvPicPr>
          <p:cNvPr id="1330267561"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621450933" grpId="0"/>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446986" name="Title 1"/>
          <p:cNvSpPr>
            <a:spLocks noGrp="1"/>
          </p:cNvSpPr>
          <p:nvPr>
            <p:ph type="title"/>
          </p:nvPr>
        </p:nvSpPr>
        <p:spPr bwMode="auto">
          <a:xfrm>
            <a:off x="657225" y="898371"/>
            <a:ext cx="4419600" cy="1640774"/>
          </a:xfrm>
        </p:spPr>
        <p:txBody>
          <a:bodyPr anchor="t">
            <a:normAutofit/>
          </a:bodyPr>
          <a:lstStyle/>
          <a:p>
            <a:pPr>
              <a:defRPr/>
            </a:pPr>
            <a:r>
              <a:rPr lang="en-US">
                <a:latin typeface="Bai Jamjuree SemiBold"/>
                <a:ea typeface="Bai Jamjuree SemiBold"/>
                <a:cs typeface="Bai Jamjuree SemiBold"/>
              </a:rPr>
              <a:t>Analogie</a:t>
            </a:r>
            <a:r>
              <a:rPr lang="fr-FR">
                <a:latin typeface="Bai Jamjuree SemiBold"/>
                <a:ea typeface="Bai Jamjuree SemiBold"/>
                <a:cs typeface="Bai Jamjuree SemiBold"/>
              </a:rPr>
              <a:t> : </a:t>
            </a:r>
            <a:r>
              <a:rPr lang="en-US">
                <a:latin typeface="Bai Jamjuree SemiBold"/>
                <a:ea typeface="Bai Jamjuree SemiBold"/>
                <a:cs typeface="Bai Jamjuree SemiBold"/>
              </a:rPr>
              <a:t>Mélanger des couleurs</a:t>
            </a:r>
            <a:endParaRPr/>
          </a:p>
        </p:txBody>
      </p:sp>
      <p:pic>
        <p:nvPicPr>
          <p:cNvPr id="2079851114" name="Content Placeholder 7" descr="Un spher, un cylindre, un cône, et la réfraction de la lumière solaire. CGI"/>
          <p:cNvPicPr>
            <a:picLocks noChangeAspect="1" noGrp="1"/>
          </p:cNvPicPr>
          <p:nvPr>
            <p:ph type="pic" sz="quarter" idx="15"/>
          </p:nvPr>
        </p:nvPicPr>
        <p:blipFill rotWithShape="1">
          <a:blip r:embed="rId3"/>
        </p:blipFill>
        <p:spPr bwMode="auto">
          <a:xfrm flipH="0" flipV="0">
            <a:off x="6748654" y="1270949"/>
            <a:ext cx="5016522" cy="4370780"/>
          </a:xfrm>
        </p:spPr>
      </p:pic>
      <p:sp>
        <p:nvSpPr>
          <p:cNvPr id="1398650781"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7</a:t>
            </a:fld>
            <a:endParaRPr lang="en-US"/>
          </a:p>
        </p:txBody>
      </p:sp>
      <p:graphicFrame>
        <p:nvGraphicFramePr>
          <p:cNvPr id="1966450380" name=""/>
          <p:cNvGraphicFramePr>
            <a:graphicFrameLocks xmlns:a="http://schemas.openxmlformats.org/drawingml/2006/main"/>
          </p:cNvGraphicFramePr>
          <p:nvPr/>
        </p:nvGraphicFramePr>
        <p:xfrm>
          <a:off x="202427" y="2330443"/>
          <a:ext cx="6383581" cy="2488969"/>
        </p:xfrm>
        <a:graphic>
          <a:graphicData uri="http://schemas.openxmlformats.org/drawingml/2006/table">
            <a:tbl>
              <a:tblPr firstRow="1" firstCol="1" lastRow="0" lastCol="0" bandRow="1" bandCol="0"/>
              <a:tblGrid>
                <a:gridCol w="1430743"/>
                <a:gridCol w="3429255"/>
                <a:gridCol w="1523581"/>
              </a:tblGrid>
              <a:tr h="335280">
                <a:tc>
                  <a:txBody>
                    <a:bodyPr/>
                    <a:p>
                      <a:pPr>
                        <a:defRPr/>
                      </a:pPr>
                      <a:r>
                        <a:rPr sz="1200" b="1" i="0" u="none">
                          <a:solidFill>
                            <a:srgbClr val="FFFFFF"/>
                          </a:solidFill>
                          <a:latin typeface="Arial"/>
                          <a:ea typeface="Arial"/>
                          <a:cs typeface="Arial"/>
                        </a:rPr>
                        <a:t>Couleur</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c>
                  <a:txBody>
                    <a:bodyPr/>
                    <a:p>
                      <a:pPr>
                        <a:defRPr/>
                      </a:pPr>
                      <a:r>
                        <a:rPr sz="1200" b="1" i="0" u="none">
                          <a:solidFill>
                            <a:srgbClr val="FFFFFF"/>
                          </a:solidFill>
                          <a:latin typeface="Arial"/>
                          <a:ea typeface="Arial"/>
                          <a:cs typeface="Arial"/>
                        </a:rPr>
                        <a:t>Rôle dans le schéma</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c>
                  <a:txBody>
                    <a:bodyPr/>
                    <a:p>
                      <a:pPr>
                        <a:defRPr/>
                      </a:pPr>
                      <a:r>
                        <a:rPr sz="1200" b="1" i="0" u="none">
                          <a:solidFill>
                            <a:srgbClr val="FFFFFF"/>
                          </a:solidFill>
                          <a:latin typeface="Arial"/>
                          <a:ea typeface="Arial"/>
                          <a:cs typeface="Arial"/>
                        </a:rPr>
                        <a:t>Équivalent math</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r>
              <a:tr h="341976">
                <a:tc>
                  <a:txBody>
                    <a:bodyPr/>
                    <a:p>
                      <a:pPr>
                        <a:defRPr/>
                      </a:pPr>
                      <a:r>
                        <a:rPr sz="1200" b="1" i="0" u="none">
                          <a:solidFill>
                            <a:srgbClr val="FFFFFF"/>
                          </a:solidFill>
                          <a:latin typeface="Arial"/>
                          <a:ea typeface="Arial"/>
                          <a:cs typeface="Arial"/>
                        </a:rPr>
                        <a:t>Jaune</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Common Paint — partagée publiquement</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000" b="0" i="0" u="none">
                          <a:solidFill>
                            <a:srgbClr val="FFFFFF"/>
                          </a:solidFill>
                          <a:latin typeface="Courier New"/>
                          <a:ea typeface="Courier New"/>
                          <a:cs typeface="Courier New"/>
                        </a:rPr>
                        <a:t>p</a:t>
                      </a:r>
                      <a:r>
                        <a:rPr sz="1200" b="0" i="0" u="none">
                          <a:solidFill>
                            <a:srgbClr val="FFFFFF"/>
                          </a:solidFill>
                          <a:latin typeface="Arial"/>
                          <a:ea typeface="Arial"/>
                          <a:cs typeface="Arial"/>
                        </a:rPr>
                        <a:t>,</a:t>
                      </a:r>
                      <a:r>
                        <a:rPr sz="1200" b="0" i="0" u="none">
                          <a:solidFill>
                            <a:srgbClr val="FFFFFF"/>
                          </a:solidFill>
                          <a:latin typeface="Arial"/>
                          <a:ea typeface="Arial"/>
                          <a:cs typeface="Arial"/>
                        </a:rPr>
                        <a:t> </a:t>
                      </a:r>
                      <a:r>
                        <a:rPr sz="1000" b="0" i="0" u="none">
                          <a:solidFill>
                            <a:srgbClr val="FFFFFF"/>
                          </a:solidFill>
                          <a:latin typeface="Courier New"/>
                          <a:ea typeface="Courier New"/>
                          <a:cs typeface="Courier New"/>
                        </a:rPr>
                        <a:t>g</a:t>
                      </a:r>
                      <a:r>
                        <a:rPr sz="1200" b="0" i="0" u="none">
                          <a:solidFill>
                            <a:srgbClr val="FFFFFF"/>
                          </a:solidFill>
                          <a:latin typeface="Arial"/>
                          <a:ea typeface="Arial"/>
                          <a:cs typeface="Arial"/>
                        </a:rPr>
                        <a:t> </a:t>
                      </a:r>
                      <a:r>
                        <a:rPr sz="1200" b="0" i="0" u="none">
                          <a:solidFill>
                            <a:srgbClr val="FFFFFF"/>
                          </a:solidFill>
                          <a:latin typeface="Arial"/>
                          <a:ea typeface="Arial"/>
                          <a:cs typeface="Arial"/>
                        </a:rPr>
                        <a:t>(publics)</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341976">
                <a:tc>
                  <a:txBody>
                    <a:bodyPr/>
                    <a:p>
                      <a:pPr>
                        <a:defRPr/>
                      </a:pPr>
                      <a:r>
                        <a:rPr sz="1200" b="1" i="0" u="none">
                          <a:solidFill>
                            <a:srgbClr val="FFFFFF"/>
                          </a:solidFill>
                          <a:latin typeface="Arial"/>
                          <a:ea typeface="Arial"/>
                          <a:cs typeface="Arial"/>
                        </a:rPr>
                        <a:t>Orange-Rouge</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Secret d'Alice — jamais transmis</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clé privée</a:t>
                      </a:r>
                      <a:r>
                        <a:rPr sz="1200" b="0" i="0" u="none">
                          <a:solidFill>
                            <a:srgbClr val="FFFFFF"/>
                          </a:solidFill>
                          <a:latin typeface="Arial"/>
                          <a:ea typeface="Arial"/>
                          <a:cs typeface="Arial"/>
                        </a:rPr>
                        <a:t> </a:t>
                      </a:r>
                      <a:r>
                        <a:rPr sz="1000" b="0" i="0" u="none">
                          <a:solidFill>
                            <a:srgbClr val="FFFFFF"/>
                          </a:solidFill>
                          <a:latin typeface="Courier New"/>
                          <a:ea typeface="Courier New"/>
                          <a:cs typeface="Courier New"/>
                        </a:rPr>
                        <a:t>a</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341976">
                <a:tc>
                  <a:txBody>
                    <a:bodyPr/>
                    <a:p>
                      <a:pPr>
                        <a:defRPr/>
                      </a:pPr>
                      <a:r>
                        <a:rPr sz="1200" b="1" i="0" u="none">
                          <a:solidFill>
                            <a:srgbClr val="FFFFFF"/>
                          </a:solidFill>
                          <a:latin typeface="Arial"/>
                          <a:ea typeface="Arial"/>
                          <a:cs typeface="Arial"/>
                        </a:rPr>
                        <a:t>Cyan</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Secret de Bob — jamais transmis</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clé privée</a:t>
                      </a:r>
                      <a:r>
                        <a:rPr sz="1200" b="0" i="0" u="none">
                          <a:solidFill>
                            <a:srgbClr val="FFFFFF"/>
                          </a:solidFill>
                          <a:latin typeface="Arial"/>
                          <a:ea typeface="Arial"/>
                          <a:cs typeface="Arial"/>
                        </a:rPr>
                        <a:t> </a:t>
                      </a:r>
                      <a:r>
                        <a:rPr sz="1000" b="0" i="0" u="none">
                          <a:solidFill>
                            <a:srgbClr val="FFFFFF"/>
                          </a:solidFill>
                          <a:latin typeface="Courier New"/>
                          <a:ea typeface="Courier New"/>
                          <a:cs typeface="Courier New"/>
                        </a:rPr>
                        <a:t>b</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335280">
                <a:tc>
                  <a:txBody>
                    <a:bodyPr/>
                    <a:p>
                      <a:pPr>
                        <a:defRPr/>
                      </a:pPr>
                      <a:r>
                        <a:rPr sz="1200" b="1" i="0" u="none">
                          <a:solidFill>
                            <a:srgbClr val="FFFFFF"/>
                          </a:solidFill>
                          <a:latin typeface="Arial"/>
                          <a:ea typeface="Arial"/>
                          <a:cs typeface="Arial"/>
                        </a:rPr>
                        <a:t>Orange</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Mélange public d'Alice → envoyé à Bob</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000" b="0" i="0" u="none">
                          <a:solidFill>
                            <a:srgbClr val="FFFFFF"/>
                          </a:solidFill>
                          <a:latin typeface="Courier New"/>
                          <a:ea typeface="Courier New"/>
                          <a:cs typeface="Courier New"/>
                        </a:rPr>
                        <a:t>A = g^a mod p</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335280">
                <a:tc>
                  <a:txBody>
                    <a:bodyPr/>
                    <a:p>
                      <a:pPr>
                        <a:defRPr/>
                      </a:pPr>
                      <a:r>
                        <a:rPr sz="1200" b="1" i="0" u="none">
                          <a:solidFill>
                            <a:srgbClr val="FFFFFF"/>
                          </a:solidFill>
                          <a:latin typeface="Arial"/>
                          <a:ea typeface="Arial"/>
                          <a:cs typeface="Arial"/>
                        </a:rPr>
                        <a:t>Bleu</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Mélange public de Bob → envoyé à Alice</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000" b="0" i="0" u="none">
                          <a:solidFill>
                            <a:srgbClr val="FFFFFF"/>
                          </a:solidFill>
                          <a:latin typeface="Courier New"/>
                          <a:ea typeface="Courier New"/>
                          <a:cs typeface="Courier New"/>
                        </a:rPr>
                        <a:t>B = g^b mod p</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342573">
                <a:tc>
                  <a:txBody>
                    <a:bodyPr/>
                    <a:p>
                      <a:pPr>
                        <a:defRPr/>
                      </a:pPr>
                      <a:r>
                        <a:rPr sz="1200" b="1" i="0" u="none">
                          <a:solidFill>
                            <a:srgbClr val="FFFFFF"/>
                          </a:solidFill>
                          <a:latin typeface="Arial"/>
                          <a:ea typeface="Arial"/>
                          <a:cs typeface="Arial"/>
                        </a:rPr>
                        <a:t>Vert Kaki</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200" b="0" i="0" u="none">
                          <a:solidFill>
                            <a:srgbClr val="FFFFFF"/>
                          </a:solidFill>
                          <a:latin typeface="Arial"/>
                          <a:ea typeface="Arial"/>
                          <a:cs typeface="Arial"/>
                        </a:rPr>
                        <a:t>Common Secret — calculé indépendamment ✓</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000" b="0" i="0" u="none">
                          <a:solidFill>
                            <a:srgbClr val="FFFFFF"/>
                          </a:solidFill>
                          <a:latin typeface="Courier New"/>
                          <a:ea typeface="Courier New"/>
                          <a:cs typeface="Courier New"/>
                        </a:rPr>
                        <a:t>K = g^(ab) mod p</a:t>
                      </a:r>
                      <a:endParaRPr/>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bl>
          </a:graphicData>
        </a:graphic>
      </p:graphicFrame>
      <p:pic>
        <p:nvPicPr>
          <p:cNvPr id="1452225854"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8031168" name="Title 1"/>
          <p:cNvSpPr>
            <a:spLocks noGrp="1"/>
          </p:cNvSpPr>
          <p:nvPr>
            <p:ph type="title"/>
          </p:nvPr>
        </p:nvSpPr>
        <p:spPr bwMode="auto">
          <a:xfrm flipH="0" flipV="0">
            <a:off x="419099" y="466449"/>
            <a:ext cx="4419599" cy="843237"/>
          </a:xfrm>
        </p:spPr>
        <p:txBody>
          <a:bodyPr anchor="t">
            <a:normAutofit/>
          </a:bodyPr>
          <a:lstStyle/>
          <a:p>
            <a:pPr>
              <a:defRPr/>
            </a:pPr>
            <a:r>
              <a:rPr lang="fr-FR">
                <a:latin typeface="Bai Jamjuree SemiBold"/>
                <a:ea typeface="Bai Jamjuree SemiBold"/>
                <a:cs typeface="Bai Jamjuree SemiBold"/>
              </a:rPr>
              <a:t>Calcul Step-by-step</a:t>
            </a:r>
            <a:endParaRPr>
              <a:latin typeface="Bai Jamjuree SemiBold"/>
              <a:cs typeface="Bai Jamjuree SemiBold"/>
            </a:endParaRPr>
          </a:p>
        </p:txBody>
      </p:sp>
      <p:sp>
        <p:nvSpPr>
          <p:cNvPr id="656641278"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9</a:t>
            </a:fld>
            <a:endParaRPr lang="en-US"/>
          </a:p>
        </p:txBody>
      </p:sp>
      <p:graphicFrame>
        <p:nvGraphicFramePr>
          <p:cNvPr id="1242839108" name=""/>
          <p:cNvGraphicFramePr>
            <a:graphicFrameLocks xmlns:a="http://schemas.openxmlformats.org/drawingml/2006/main"/>
          </p:cNvGraphicFramePr>
          <p:nvPr>
            <p:ph sz="quarter" idx="14"/>
          </p:nvPr>
        </p:nvGraphicFramePr>
        <p:xfrm>
          <a:off x="697073" y="1257299"/>
          <a:ext cx="10872556" cy="5057775"/>
        </p:xfrm>
        <a:graphic>
          <a:graphicData uri="http://schemas.openxmlformats.org/drawingml/2006/table">
            <a:tbl>
              <a:tblPr firstRow="1" firstCol="0" lastRow="0" lastCol="0" bandRow="1" bandCol="0">
                <a:tableStyleId>{5C22544A-7EE6-4342-B048-85BDC9FD1C3A}</a:tableStyleId>
              </a:tblPr>
              <a:tblGrid>
                <a:gridCol w="5436278"/>
                <a:gridCol w="5436278"/>
              </a:tblGrid>
              <a:tr h="673554">
                <a:tc>
                  <a:txBody>
                    <a:bodyPr/>
                    <a:p>
                      <a:pPr algn="ctr">
                        <a:defRPr/>
                      </a:pPr>
                      <a:r>
                        <a:rPr/>
                        <a:t>Alice</a:t>
                      </a:r>
                      <a:endParaRPr/>
                    </a:p>
                  </a:txBody>
                  <a:tcPr anchor="ctr"/>
                </a:tc>
                <a:tc>
                  <a:txBody>
                    <a:bodyPr/>
                    <a:p>
                      <a:pPr algn="ctr">
                        <a:defRPr/>
                      </a:pPr>
                      <a:r>
                        <a:rPr/>
                        <a:t>Bob</a:t>
                      </a:r>
                      <a:endParaRPr/>
                    </a:p>
                  </a:txBody>
                  <a:tcPr anchor="ctr"/>
                </a:tc>
              </a:tr>
              <a:tr h="673554">
                <a:tc gridSpan="2">
                  <a:txBody>
                    <a:bodyPr/>
                    <a:p>
                      <a:pPr algn="ctr">
                        <a:defRPr/>
                      </a:pPr>
                      <a:r>
                        <a:rPr/>
                        <a:t>Décision commune des clés publiques : </a:t>
                      </a:r>
                      <a:r>
                        <a:rPr>
                          <a:solidFill>
                            <a:srgbClr val="00B050"/>
                          </a:solidFill>
                        </a:rPr>
                        <a:t>P</a:t>
                      </a:r>
                      <a:r>
                        <a:rPr/>
                        <a:t> (nombre premier), </a:t>
                      </a:r>
                      <a:r>
                        <a:rPr>
                          <a:solidFill>
                            <a:srgbClr val="0070C0"/>
                          </a:solidFill>
                        </a:rPr>
                        <a:t>G</a:t>
                      </a:r>
                      <a:r>
                        <a:rPr/>
                        <a:t> (base)</a:t>
                      </a:r>
                      <a:endParaRPr/>
                    </a:p>
                  </a:txBody>
                  <a:tcPr anchor="ctr"/>
                </a:tc>
                <a:tc hMerge="1">
                  <a:txBody>
                    <a:bodyPr/>
                    <a:p>
                      <a:endParaRPr/>
                    </a:p>
                  </a:txBody>
                </a:tc>
              </a:tr>
              <a:tr h="673554">
                <a:tc>
                  <a:txBody>
                    <a:bodyPr/>
                    <a:p>
                      <a:pPr algn="ctr">
                        <a:defRPr/>
                      </a:pPr>
                      <a:r>
                        <a:rPr/>
                        <a:t>Décide d’un nombre secret : </a:t>
                      </a:r>
                      <a:r>
                        <a:rPr>
                          <a:solidFill>
                            <a:srgbClr val="FF0000"/>
                          </a:solidFill>
                        </a:rPr>
                        <a:t>a</a:t>
                      </a:r>
                      <a:endParaRPr/>
                    </a:p>
                  </a:txBody>
                  <a:tcPr anchor="ctr"/>
                </a:tc>
                <a:tc>
                  <a:txBody>
                    <a:bodyPr/>
                    <a:p>
                      <a:pPr algn="ctr">
                        <a:defRPr/>
                      </a:pPr>
                      <a:r>
                        <a:rPr lang="fr-FR" sz="1800" b="0" i="0" u="none" strike="noStrike" cap="none" spc="0">
                          <a:solidFill>
                            <a:schemeClr val="dk1"/>
                          </a:solidFill>
                          <a:latin typeface="+mn-lt"/>
                          <a:ea typeface="+mn-ea"/>
                          <a:cs typeface="+mn-cs"/>
                        </a:rPr>
                        <a:t>Décide d’un nombre secret : </a:t>
                      </a:r>
                      <a:r>
                        <a:rPr lang="fr-FR" sz="1800" b="0" i="0" u="none" strike="noStrike" cap="none" spc="0">
                          <a:solidFill>
                            <a:srgbClr val="FF7700"/>
                          </a:solidFill>
                          <a:latin typeface="Neue Haas Grotesk Text Pro"/>
                          <a:ea typeface="Arial"/>
                          <a:cs typeface="Arial"/>
                        </a:rPr>
                        <a:t>b</a:t>
                      </a:r>
                      <a:endParaRPr/>
                    </a:p>
                  </a:txBody>
                  <a:tcPr anchor="ctr"/>
                </a:tc>
              </a:tr>
              <a:tr h="673554">
                <a:tc>
                  <a:txBody>
                    <a:bodyPr/>
                    <a:p>
                      <a:pPr algn="ctr">
                        <a:defRPr/>
                      </a:pPr>
                      <a:r>
                        <a:rPr/>
                        <a:t>Envoie à Bob le résultat de : </a:t>
                      </a:r>
                      <a:r>
                        <a:rPr>
                          <a:solidFill>
                            <a:srgbClr val="0070C0"/>
                          </a:solidFill>
                        </a:rPr>
                        <a:t>G</a:t>
                      </a:r>
                      <a:r>
                        <a:rPr baseline="30000">
                          <a:solidFill>
                            <a:srgbClr val="FF0000"/>
                          </a:solidFill>
                        </a:rPr>
                        <a:t>a</a:t>
                      </a:r>
                      <a:r>
                        <a:rPr/>
                        <a:t> % </a:t>
                      </a:r>
                      <a:r>
                        <a:rPr>
                          <a:solidFill>
                            <a:srgbClr val="00B050"/>
                          </a:solidFill>
                        </a:rPr>
                        <a:t>P</a:t>
                      </a:r>
                      <a:r>
                        <a:rPr/>
                        <a:t> = </a:t>
                      </a:r>
                      <a:r>
                        <a:rPr>
                          <a:solidFill>
                            <a:srgbClr val="7030A0"/>
                          </a:solidFill>
                        </a:rPr>
                        <a:t>A</a:t>
                      </a:r>
                      <a:endParaRPr/>
                    </a:p>
                  </a:txBody>
                  <a:tcPr anchor="ctr"/>
                </a:tc>
                <a:tc>
                  <a:txBody>
                    <a:bodyPr/>
                    <a:p>
                      <a:pPr algn="ctr">
                        <a:defRPr/>
                      </a:pPr>
                      <a:r>
                        <a:rPr lang="fr-FR" sz="1800" b="0" i="0" u="none" strike="noStrike" cap="none" spc="0">
                          <a:solidFill>
                            <a:schemeClr val="dk1"/>
                          </a:solidFill>
                          <a:latin typeface="+mn-lt"/>
                          <a:ea typeface="+mn-ea"/>
                          <a:cs typeface="+mn-cs"/>
                        </a:rPr>
                        <a:t>Envoie à Alice le résultat de : </a:t>
                      </a:r>
                      <a:r>
                        <a:rPr lang="fr-FR" sz="1800" b="0" i="0" u="none" strike="noStrike" cap="none" spc="0">
                          <a:solidFill>
                            <a:srgbClr val="0070C0"/>
                          </a:solidFill>
                          <a:latin typeface="Neue Haas Grotesk Text Pro"/>
                          <a:ea typeface="Arial"/>
                          <a:cs typeface="Arial"/>
                        </a:rPr>
                        <a:t>G</a:t>
                      </a:r>
                      <a:r>
                        <a:rPr lang="fr-FR" sz="1800" b="0" i="0" u="none" strike="noStrike" cap="none" spc="0" baseline="30000">
                          <a:solidFill>
                            <a:srgbClr val="FF7700"/>
                          </a:solidFill>
                          <a:latin typeface="+mn-lt"/>
                          <a:ea typeface="+mn-ea"/>
                          <a:cs typeface="+mn-cs"/>
                        </a:rPr>
                        <a:t>b</a:t>
                      </a:r>
                      <a:r>
                        <a:rPr lang="fr-FR" sz="1800" b="0" i="0" u="none" strike="noStrike" cap="none" spc="0">
                          <a:solidFill>
                            <a:schemeClr val="dk1"/>
                          </a:solidFill>
                          <a:latin typeface="Neue Haas Grotesk Text Pro"/>
                          <a:ea typeface="Arial"/>
                          <a:cs typeface="Arial"/>
                        </a:rPr>
                        <a:t> % </a:t>
                      </a:r>
                      <a:r>
                        <a:rPr lang="fr-FR" sz="1800" b="0" i="0" u="none" strike="noStrike" cap="none" spc="0">
                          <a:solidFill>
                            <a:srgbClr val="00B050"/>
                          </a:solidFill>
                          <a:latin typeface="Neue Haas Grotesk Text Pro"/>
                          <a:ea typeface="Arial"/>
                          <a:cs typeface="Arial"/>
                        </a:rPr>
                        <a:t>P</a:t>
                      </a:r>
                      <a:r>
                        <a:rPr lang="fr-FR" sz="1800" b="0" i="0" u="none" strike="noStrike" cap="none" spc="0">
                          <a:solidFill>
                            <a:schemeClr val="dk1"/>
                          </a:solidFill>
                          <a:latin typeface="Neue Haas Grotesk Text Pro"/>
                          <a:ea typeface="Arial"/>
                          <a:cs typeface="Arial"/>
                        </a:rPr>
                        <a:t> = </a:t>
                      </a:r>
                      <a:r>
                        <a:rPr lang="fr-FR" sz="1800" b="0" i="0" u="none" strike="noStrike" cap="none" spc="0">
                          <a:solidFill>
                            <a:srgbClr val="FF26C5"/>
                          </a:solidFill>
                          <a:latin typeface="Neue Haas Grotesk Text Pro"/>
                          <a:ea typeface="Arial"/>
                          <a:cs typeface="Arial"/>
                        </a:rPr>
                        <a:t>B</a:t>
                      </a:r>
                      <a:endParaRPr/>
                    </a:p>
                  </a:txBody>
                  <a:tcPr anchor="ctr"/>
                </a:tc>
              </a:tr>
              <a:tr h="673554">
                <a:tc>
                  <a:txBody>
                    <a:bodyPr/>
                    <a:p>
                      <a:pPr algn="ctr">
                        <a:defRPr/>
                      </a:pPr>
                      <a:r>
                        <a:rPr/>
                        <a:t>Calcul de la clé privée : </a:t>
                      </a:r>
                      <a:r>
                        <a:rPr>
                          <a:solidFill>
                            <a:srgbClr val="FF26C5"/>
                          </a:solidFill>
                        </a:rPr>
                        <a:t>B</a:t>
                      </a:r>
                      <a:r>
                        <a:rPr baseline="30000">
                          <a:solidFill>
                            <a:srgbClr val="FF0000"/>
                          </a:solidFill>
                        </a:rPr>
                        <a:t>a</a:t>
                      </a:r>
                      <a:r>
                        <a:rPr/>
                        <a:t> % </a:t>
                      </a:r>
                      <a:r>
                        <a:rPr>
                          <a:solidFill>
                            <a:srgbClr val="00B050"/>
                          </a:solidFill>
                        </a:rPr>
                        <a:t>P</a:t>
                      </a:r>
                      <a:endParaRPr/>
                    </a:p>
                  </a:txBody>
                  <a:tcPr anchor="ctr"/>
                </a:tc>
                <a:tc>
                  <a:txBody>
                    <a:bodyPr/>
                    <a:p>
                      <a:pPr algn="ctr">
                        <a:defRPr/>
                      </a:pPr>
                      <a:r>
                        <a:rPr lang="fr-FR" sz="1800" b="0" i="0" u="none" strike="noStrike" cap="none" spc="0">
                          <a:solidFill>
                            <a:schemeClr val="dk1"/>
                          </a:solidFill>
                          <a:latin typeface="+mn-lt"/>
                          <a:ea typeface="+mn-ea"/>
                          <a:cs typeface="+mn-cs"/>
                        </a:rPr>
                        <a:t>Calcul de la clé privée : </a:t>
                      </a:r>
                      <a:r>
                        <a:rPr lang="fr-FR" sz="1800" b="0" i="0" u="none" strike="noStrike" cap="none" spc="0">
                          <a:solidFill>
                            <a:srgbClr val="7030A0"/>
                          </a:solidFill>
                          <a:latin typeface="Neue Haas Grotesk Text Pro"/>
                          <a:ea typeface="Arial"/>
                          <a:cs typeface="Arial"/>
                        </a:rPr>
                        <a:t>A</a:t>
                      </a:r>
                      <a:r>
                        <a:rPr lang="fr-FR" sz="1800" b="0" i="0" u="none" strike="noStrike" cap="none" spc="0" baseline="30000">
                          <a:solidFill>
                            <a:srgbClr val="FF7700"/>
                          </a:solidFill>
                          <a:latin typeface="+mn-lt"/>
                          <a:ea typeface="+mn-ea"/>
                          <a:cs typeface="+mn-cs"/>
                        </a:rPr>
                        <a:t>b</a:t>
                      </a:r>
                      <a:r>
                        <a:rPr lang="fr-FR" sz="1800" b="0" i="0" u="none" strike="noStrike" cap="none" spc="0">
                          <a:solidFill>
                            <a:schemeClr val="dk1"/>
                          </a:solidFill>
                          <a:latin typeface="+mn-lt"/>
                          <a:ea typeface="+mn-ea"/>
                          <a:cs typeface="+mn-cs"/>
                        </a:rPr>
                        <a:t> % </a:t>
                      </a:r>
                      <a:r>
                        <a:rPr lang="fr-FR" sz="1800" b="0" i="0" u="none" strike="noStrike" cap="none" spc="0">
                          <a:solidFill>
                            <a:srgbClr val="00B050"/>
                          </a:solidFill>
                          <a:latin typeface="Neue Haas Grotesk Text Pro"/>
                          <a:ea typeface="Arial"/>
                          <a:cs typeface="Arial"/>
                        </a:rPr>
                        <a:t>P</a:t>
                      </a:r>
                      <a:endParaRPr/>
                    </a:p>
                  </a:txBody>
                  <a:tcPr anchor="ctr"/>
                </a:tc>
              </a:tr>
              <a:tr h="673554">
                <a:tc gridSpan="2">
                  <a:txBody>
                    <a:bodyPr/>
                    <a:p>
                      <a:pPr algn="ctr">
                        <a:defRPr/>
                      </a:pPr>
                      <a:r>
                        <a:rPr lang="fr-FR" sz="1800" b="0" i="0" u="none" strike="noStrike" cap="none" spc="0">
                          <a:solidFill>
                            <a:srgbClr val="FF26C5"/>
                          </a:solidFill>
                          <a:latin typeface="+mn-lt"/>
                          <a:ea typeface="+mn-ea"/>
                          <a:cs typeface="+mn-cs"/>
                        </a:rPr>
                        <a:t>B</a:t>
                      </a:r>
                      <a:r>
                        <a:rPr lang="fr-FR" sz="1800" b="0" i="0" u="none" strike="noStrike" cap="none" spc="0" baseline="30000">
                          <a:solidFill>
                            <a:srgbClr val="FF0000"/>
                          </a:solidFill>
                          <a:latin typeface="+mn-lt"/>
                          <a:ea typeface="+mn-ea"/>
                          <a:cs typeface="+mn-cs"/>
                        </a:rPr>
                        <a:t>a</a:t>
                      </a:r>
                      <a:r>
                        <a:rPr lang="fr-FR" sz="1800" b="0" i="0" u="none" strike="noStrike" cap="none" spc="0">
                          <a:solidFill>
                            <a:srgbClr val="FF0000"/>
                          </a:solidFill>
                          <a:latin typeface="+mn-lt"/>
                          <a:ea typeface="+mn-ea"/>
                          <a:cs typeface="+mn-cs"/>
                        </a:rPr>
                        <a:t> </a:t>
                      </a:r>
                      <a:r>
                        <a:rPr lang="fr-FR" sz="1800" b="0" i="0" u="none" strike="noStrike" cap="none" spc="0">
                          <a:solidFill>
                            <a:schemeClr val="dk1"/>
                          </a:solidFill>
                          <a:latin typeface="Neue Haas Grotesk Text Pro"/>
                          <a:ea typeface="Arial"/>
                          <a:cs typeface="Arial"/>
                        </a:rPr>
                        <a:t>% </a:t>
                      </a:r>
                      <a:r>
                        <a:rPr lang="fr-FR" sz="1800" b="0" i="0" u="none" strike="noStrike" cap="none" spc="0">
                          <a:solidFill>
                            <a:srgbClr val="00B050"/>
                          </a:solidFill>
                          <a:latin typeface="Neue Haas Grotesk Text Pro"/>
                          <a:ea typeface="Arial"/>
                          <a:cs typeface="Arial"/>
                        </a:rPr>
                        <a:t>P</a:t>
                      </a:r>
                      <a:r>
                        <a:rPr/>
                        <a:t> = </a:t>
                      </a:r>
                      <a:r>
                        <a:rPr lang="fr-FR" sz="1800" b="0" i="0" u="none" strike="noStrike" cap="none" spc="0">
                          <a:solidFill>
                            <a:srgbClr val="7030A0"/>
                          </a:solidFill>
                          <a:latin typeface="Neue Haas Grotesk Text Pro"/>
                          <a:ea typeface="Arial"/>
                          <a:cs typeface="Arial"/>
                        </a:rPr>
                        <a:t>A</a:t>
                      </a:r>
                      <a:r>
                        <a:rPr lang="fr-FR" sz="1800" b="0" i="0" u="none" strike="noStrike" cap="none" spc="0" baseline="30000">
                          <a:solidFill>
                            <a:srgbClr val="FF7700"/>
                          </a:solidFill>
                          <a:latin typeface="Neue Haas Grotesk Text Pro"/>
                          <a:ea typeface="Arial"/>
                          <a:cs typeface="Arial"/>
                        </a:rPr>
                        <a:t>b</a:t>
                      </a:r>
                      <a:r>
                        <a:rPr lang="fr-FR" sz="1800" b="0" i="0" u="none" strike="noStrike" cap="none" spc="0">
                          <a:solidFill>
                            <a:schemeClr val="dk1"/>
                          </a:solidFill>
                          <a:latin typeface="Neue Haas Grotesk Text Pro"/>
                          <a:ea typeface="Arial"/>
                          <a:cs typeface="Arial"/>
                        </a:rPr>
                        <a:t> % </a:t>
                      </a:r>
                      <a:r>
                        <a:rPr lang="fr-FR" sz="1800" b="0" i="0" u="none" strike="noStrike" cap="none" spc="0">
                          <a:solidFill>
                            <a:srgbClr val="00B050"/>
                          </a:solidFill>
                          <a:latin typeface="Neue Haas Grotesk Text Pro"/>
                          <a:ea typeface="Arial"/>
                          <a:cs typeface="Arial"/>
                        </a:rPr>
                        <a:t>P</a:t>
                      </a:r>
                      <a:endParaRPr/>
                    </a:p>
                  </a:txBody>
                  <a:tcPr anchor="ctr"/>
                </a:tc>
                <a:tc hMerge="1">
                  <a:txBody>
                    <a:bodyPr/>
                    <a:p>
                      <a:endParaRPr/>
                    </a:p>
                  </a:txBody>
                </a:tc>
              </a:tr>
              <a:tr h="673554">
                <a:tc gridSpan="2">
                  <a:txBody>
                    <a:bodyPr/>
                    <a:p>
                      <a:pPr algn="ctr">
                        <a:defRPr/>
                      </a:pPr>
                      <a:r>
                        <a:rPr/>
                        <a:t>Alice et Bob peuvent discuter en toute sécurité avec leur clé privée</a:t>
                      </a:r>
                      <a:endParaRPr/>
                    </a:p>
                  </a:txBody>
                  <a:tcPr anchor="ctr"/>
                </a:tc>
                <a:tc hMerge="1">
                  <a:txBody>
                    <a:bodyPr/>
                    <a:p>
                      <a:endParaRPr/>
                    </a:p>
                  </a:txBody>
                </a:tc>
              </a:tr>
            </a:tbl>
          </a:graphicData>
        </a:graphic>
      </p:graphicFrame>
      <p:pic>
        <p:nvPicPr>
          <p:cNvPr id="1743380229"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4232777" name="Title 1"/>
          <p:cNvSpPr>
            <a:spLocks noGrp="1"/>
          </p:cNvSpPr>
          <p:nvPr>
            <p:ph type="title"/>
          </p:nvPr>
        </p:nvSpPr>
        <p:spPr bwMode="auto">
          <a:xfrm flipH="0" flipV="0">
            <a:off x="428625" y="3365074"/>
            <a:ext cx="4419599" cy="589541"/>
          </a:xfrm>
        </p:spPr>
        <p:txBody>
          <a:bodyPr anchor="t">
            <a:normAutofit/>
          </a:bodyPr>
          <a:lstStyle/>
          <a:p>
            <a:pPr>
              <a:defRPr/>
            </a:pPr>
            <a:r>
              <a:rPr lang="en-US">
                <a:latin typeface="Bai Jamjuree SemiBold"/>
                <a:ea typeface="Bai Jamjuree SemiBold"/>
                <a:cs typeface="Bai Jamjuree SemiBold"/>
              </a:rPr>
              <a:t>Exemple </a:t>
            </a:r>
            <a:r>
              <a:rPr lang="fr-FR">
                <a:latin typeface="Bai Jamjuree SemiBold"/>
                <a:ea typeface="Bai Jamjuree SemiBold"/>
                <a:cs typeface="Bai Jamjuree SemiBold"/>
              </a:rPr>
              <a:t>en Python</a:t>
            </a:r>
            <a:endParaRPr>
              <a:latin typeface="Bai Jamjuree SemiBold"/>
              <a:cs typeface="Bai Jamjuree SemiBold"/>
            </a:endParaRPr>
          </a:p>
        </p:txBody>
      </p:sp>
      <p:sp>
        <p:nvSpPr>
          <p:cNvPr id="527983825"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12</a:t>
            </a:fld>
            <a:endParaRPr lang="en-US"/>
          </a:p>
        </p:txBody>
      </p:sp>
      <p:sp>
        <p:nvSpPr>
          <p:cNvPr id="1174625976" name="Content Placeholder 6"/>
          <p:cNvSpPr>
            <a:spLocks noGrp="1"/>
          </p:cNvSpPr>
          <p:nvPr>
            <p:ph sz="quarter" idx="14"/>
          </p:nvPr>
        </p:nvSpPr>
        <p:spPr bwMode="auto">
          <a:xfrm flipH="0" flipV="0">
            <a:off x="4239599" y="19049"/>
            <a:ext cx="8877299" cy="6829425"/>
          </a:xfrm>
        </p:spPr>
        <p:txBody>
          <a:bodyPr vertOverflow="overflow" horzOverflow="overflow" vert="horz" wrap="square" lIns="91440" tIns="45720" rIns="91440" bIns="45720" numCol="1" spcCol="0" rtlCol="0" fromWordArt="0" anchor="t" anchorCtr="0" forceAA="0" upright="0" compatLnSpc="0">
            <a:normAutofit fontScale="60000" lnSpcReduction="8000"/>
          </a:bodyPr>
          <a:lstStyle/>
          <a:p>
            <a:pPr>
              <a:defRPr/>
            </a:pPr>
            <a:r>
              <a:rPr sz="1800" b="0" i="0" u="none">
                <a:solidFill>
                  <a:srgbClr val="569CD6"/>
                </a:solidFill>
                <a:latin typeface="Andale Mono"/>
                <a:ea typeface="Andale Mono"/>
                <a:cs typeface="Andale Mono"/>
              </a:rPr>
              <a:t>def</a:t>
            </a:r>
            <a:r>
              <a:rPr sz="1800" b="0" i="0" u="none">
                <a:solidFill>
                  <a:srgbClr val="DCDCDC"/>
                </a:solidFill>
                <a:latin typeface="Andale Mono"/>
                <a:ea typeface="Andale Mono"/>
                <a:cs typeface="Andale Mono"/>
              </a:rPr>
              <a:t> </a:t>
            </a:r>
            <a:r>
              <a:rPr sz="1800" b="0" i="0" u="none">
                <a:solidFill>
                  <a:srgbClr val="DCDCDC"/>
                </a:solidFill>
                <a:latin typeface="Andale Mono"/>
                <a:ea typeface="Andale Mono"/>
                <a:cs typeface="Andale Mono"/>
              </a:rPr>
              <a:t>power</a:t>
            </a:r>
            <a:r>
              <a:rPr sz="1800" b="0" i="0" u="none">
                <a:solidFill>
                  <a:srgbClr val="DCDCDC"/>
                </a:solidFill>
                <a:latin typeface="Andale Mono"/>
                <a:ea typeface="Andale Mono"/>
                <a:cs typeface="Andale Mono"/>
              </a:rPr>
              <a:t>(</a:t>
            </a:r>
            <a:r>
              <a:rPr sz="1800" b="0" i="0" u="none">
                <a:solidFill>
                  <a:srgbClr val="DCDCDC"/>
                </a:solidFill>
                <a:latin typeface="Andale Mono"/>
                <a:ea typeface="Andale Mono"/>
                <a:cs typeface="Andale Mono"/>
              </a:rPr>
              <a:t>a, b, p</a:t>
            </a:r>
            <a:r>
              <a:rPr sz="1800" b="0" i="0" u="none">
                <a:solidFill>
                  <a:srgbClr val="DCDCDC"/>
                </a:solidFill>
                <a:latin typeface="Andale Mono"/>
                <a:ea typeface="Andale Mono"/>
                <a:cs typeface="Andale Mono"/>
              </a:rPr>
              <a:t>):</a:t>
            </a:r>
            <a:r>
              <a:rPr sz="1800" b="0"/>
              <a:t> </a:t>
            </a:r>
            <a:r>
              <a:rPr lang="fr-FR" sz="1800" b="0" i="0" u="none" strike="noStrike" cap="none" spc="0">
                <a:solidFill>
                  <a:srgbClr val="DCDCDC"/>
                </a:solidFill>
                <a:latin typeface="Andale Mono"/>
                <a:ea typeface="Andale Mono"/>
                <a:cs typeface="Andale Mono"/>
              </a:rPr>
              <a:t>  </a:t>
            </a:r>
            <a:r>
              <a:rPr lang="fr-FR" sz="1800" b="0" i="1" u="none" strike="noStrike" cap="none" spc="0">
                <a:solidFill>
                  <a:srgbClr val="57A64A"/>
                </a:solidFill>
                <a:latin typeface="Andale Mono"/>
                <a:ea typeface="Andale Mono"/>
                <a:cs typeface="Andale Mono"/>
              </a:rPr>
              <a:t># a</a:t>
            </a:r>
            <a:r>
              <a:rPr lang="fr-FR" sz="1800" b="0" i="1" u="none" strike="noStrike" cap="none" spc="0" baseline="30000">
                <a:solidFill>
                  <a:srgbClr val="57A64A"/>
                </a:solidFill>
                <a:latin typeface="Andale Mono"/>
                <a:ea typeface="Andale Mono"/>
                <a:cs typeface="Andale Mono"/>
              </a:rPr>
              <a:t>b</a:t>
            </a:r>
            <a:r>
              <a:rPr lang="fr-FR" sz="1800" b="0" i="1" u="none" strike="noStrike" cap="none" spc="0">
                <a:solidFill>
                  <a:srgbClr val="57A64A"/>
                </a:solidFill>
                <a:latin typeface="Andale Mono"/>
                <a:ea typeface="Andale Mono"/>
                <a:cs typeface="Andale Mono"/>
              </a:rPr>
              <a:t> % p</a:t>
            </a:r>
            <a:endParaRPr sz="1800" b="0"/>
          </a:p>
          <a:p>
            <a:pPr>
              <a:defRPr/>
            </a:pPr>
            <a:r>
              <a:rPr sz="1800" b="0" i="0" u="none">
                <a:solidFill>
                  <a:srgbClr val="DCDCDC"/>
                </a:solidFill>
                <a:latin typeface="Andale Mono"/>
                <a:ea typeface="Andale Mono"/>
                <a:cs typeface="Andale Mono"/>
              </a:rPr>
              <a:t>    </a:t>
            </a:r>
            <a:r>
              <a:rPr sz="1800" b="0" i="0" u="none">
                <a:solidFill>
                  <a:srgbClr val="569CD6"/>
                </a:solidFill>
                <a:latin typeface="Andale Mono"/>
                <a:ea typeface="Andale Mono"/>
                <a:cs typeface="Andale Mono"/>
              </a:rPr>
              <a:t>if</a:t>
            </a:r>
            <a:r>
              <a:rPr sz="1800" b="0" i="0" u="none">
                <a:solidFill>
                  <a:srgbClr val="DCDCDC"/>
                </a:solidFill>
                <a:latin typeface="Andale Mono"/>
                <a:ea typeface="Andale Mono"/>
                <a:cs typeface="Andale Mono"/>
              </a:rPr>
              <a:t> b == </a:t>
            </a:r>
            <a:r>
              <a:rPr sz="1800" b="0" i="0" u="none">
                <a:solidFill>
                  <a:srgbClr val="B8D7A3"/>
                </a:solidFill>
                <a:latin typeface="Andale Mono"/>
                <a:ea typeface="Andale Mono"/>
                <a:cs typeface="Andale Mono"/>
              </a:rPr>
              <a:t>1</a:t>
            </a:r>
            <a:r>
              <a:rPr sz="1800" b="0" i="0" u="none">
                <a:solidFill>
                  <a:srgbClr val="DCDCDC"/>
                </a:solidFill>
                <a:latin typeface="Andale Mono"/>
                <a:ea typeface="Andale Mono"/>
                <a:cs typeface="Andale Mono"/>
              </a:rPr>
              <a:t>:</a:t>
            </a:r>
            <a:endParaRPr sz="1800" b="0"/>
          </a:p>
          <a:p>
            <a:pPr>
              <a:defRPr/>
            </a:pPr>
            <a:r>
              <a:rPr sz="1800" b="0" i="0" u="none">
                <a:solidFill>
                  <a:srgbClr val="DCDCDC"/>
                </a:solidFill>
                <a:latin typeface="Andale Mono"/>
                <a:ea typeface="Andale Mono"/>
                <a:cs typeface="Andale Mono"/>
              </a:rPr>
              <a:t>        </a:t>
            </a:r>
            <a:r>
              <a:rPr sz="1800" b="0" i="0" u="none">
                <a:solidFill>
                  <a:srgbClr val="569CD6"/>
                </a:solidFill>
                <a:latin typeface="Andale Mono"/>
                <a:ea typeface="Andale Mono"/>
                <a:cs typeface="Andale Mono"/>
              </a:rPr>
              <a:t>return</a:t>
            </a:r>
            <a:r>
              <a:rPr sz="1800" b="0" i="0" u="none">
                <a:solidFill>
                  <a:srgbClr val="DCDCDC"/>
                </a:solidFill>
                <a:latin typeface="Andale Mono"/>
                <a:ea typeface="Andale Mono"/>
                <a:cs typeface="Andale Mono"/>
              </a:rPr>
              <a:t> a</a:t>
            </a:r>
            <a:endParaRPr sz="1800" b="0"/>
          </a:p>
          <a:p>
            <a:pPr>
              <a:defRPr/>
            </a:pPr>
            <a:r>
              <a:rPr sz="1800" b="0" i="0" u="none">
                <a:solidFill>
                  <a:srgbClr val="DCDCDC"/>
                </a:solidFill>
                <a:latin typeface="Andale Mono"/>
                <a:ea typeface="Andale Mono"/>
                <a:cs typeface="Andale Mono"/>
              </a:rPr>
              <a:t>    </a:t>
            </a:r>
            <a:r>
              <a:rPr sz="1800" b="0" i="0" u="none">
                <a:solidFill>
                  <a:srgbClr val="569CD6"/>
                </a:solidFill>
                <a:latin typeface="Andale Mono"/>
                <a:ea typeface="Andale Mono"/>
                <a:cs typeface="Andale Mono"/>
              </a:rPr>
              <a:t>else</a:t>
            </a:r>
            <a:r>
              <a:rPr sz="1800" b="0" i="0" u="none">
                <a:solidFill>
                  <a:srgbClr val="DCDCDC"/>
                </a:solidFill>
                <a:latin typeface="Andale Mono"/>
                <a:ea typeface="Andale Mono"/>
                <a:cs typeface="Andale Mono"/>
              </a:rPr>
              <a:t>:</a:t>
            </a:r>
            <a:endParaRPr sz="1800" b="0"/>
          </a:p>
          <a:p>
            <a:pPr>
              <a:defRPr/>
            </a:pPr>
            <a:r>
              <a:rPr sz="1800" b="0" i="0" u="none">
                <a:solidFill>
                  <a:srgbClr val="DCDCDC"/>
                </a:solidFill>
                <a:latin typeface="Andale Mono"/>
                <a:ea typeface="Andale Mono"/>
                <a:cs typeface="Andale Mono"/>
              </a:rPr>
              <a:t>        </a:t>
            </a:r>
            <a:r>
              <a:rPr sz="1800" b="0" i="0" u="none">
                <a:solidFill>
                  <a:srgbClr val="569CD6"/>
                </a:solidFill>
                <a:latin typeface="Andale Mono"/>
                <a:ea typeface="Andale Mono"/>
                <a:cs typeface="Andale Mono"/>
              </a:rPr>
              <a:t>return</a:t>
            </a: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pow</a:t>
            </a:r>
            <a:r>
              <a:rPr sz="1800" b="0" i="0" u="none">
                <a:solidFill>
                  <a:srgbClr val="DCDCDC"/>
                </a:solidFill>
                <a:latin typeface="Andale Mono"/>
                <a:ea typeface="Andale Mono"/>
                <a:cs typeface="Andale Mono"/>
              </a:rPr>
              <a:t>(a, b) % p</a:t>
            </a:r>
            <a:endParaRPr sz="1800" b="0"/>
          </a:p>
          <a:p>
            <a:pPr>
              <a:defRPr/>
            </a:pPr>
            <a:r>
              <a:rPr sz="1800" b="0" i="1" u="none">
                <a:solidFill>
                  <a:srgbClr val="57A64A"/>
                </a:solidFill>
                <a:latin typeface="Andale Mono"/>
                <a:ea typeface="Andale Mono"/>
                <a:cs typeface="Andale Mono"/>
              </a:rPr>
              <a:t># Main function</a:t>
            </a:r>
            <a:endParaRPr sz="1800" b="0"/>
          </a:p>
          <a:p>
            <a:pPr>
              <a:defRPr/>
            </a:pPr>
            <a:r>
              <a:rPr sz="1800" b="0" i="0" u="none">
                <a:solidFill>
                  <a:srgbClr val="569CD6"/>
                </a:solidFill>
                <a:latin typeface="Andale Mono"/>
                <a:ea typeface="Andale Mono"/>
                <a:cs typeface="Andale Mono"/>
              </a:rPr>
              <a:t>def</a:t>
            </a:r>
            <a:r>
              <a:rPr sz="1800" b="0" i="0" u="none">
                <a:solidFill>
                  <a:srgbClr val="DCDCDC"/>
                </a:solidFill>
                <a:latin typeface="Andale Mono"/>
                <a:ea typeface="Andale Mono"/>
                <a:cs typeface="Andale Mono"/>
              </a:rPr>
              <a:t> </a:t>
            </a:r>
            <a:r>
              <a:rPr sz="1800" b="0" i="0" u="none">
                <a:solidFill>
                  <a:srgbClr val="DCDCDC"/>
                </a:solidFill>
                <a:latin typeface="Andale Mono"/>
                <a:ea typeface="Andale Mono"/>
                <a:cs typeface="Andale Mono"/>
              </a:rPr>
              <a:t>main</a:t>
            </a:r>
            <a:r>
              <a:rPr sz="1800" b="0" i="0" u="none">
                <a:solidFill>
                  <a:srgbClr val="DCDCDC"/>
                </a:solidFill>
                <a:latin typeface="Andale Mono"/>
                <a:ea typeface="Andale Mono"/>
                <a:cs typeface="Andale Mono"/>
              </a:rPr>
              <a:t>():</a:t>
            </a:r>
            <a:endParaRPr sz="1800" b="0"/>
          </a:p>
          <a:p>
            <a:pPr>
              <a:defRPr/>
            </a:pPr>
            <a:r>
              <a:rPr sz="1800" b="0" i="0" u="none">
                <a:solidFill>
                  <a:srgbClr val="DCDCDC"/>
                </a:solidFill>
                <a:latin typeface="Andale Mono"/>
                <a:ea typeface="Andale Mono"/>
                <a:cs typeface="Andale Mono"/>
              </a:rPr>
              <a:t>    P = </a:t>
            </a:r>
            <a:r>
              <a:rPr sz="1800" b="0" i="0" u="none">
                <a:solidFill>
                  <a:srgbClr val="B8D7A3"/>
                </a:solidFill>
                <a:latin typeface="Andale Mono"/>
                <a:ea typeface="Andale Mono"/>
                <a:cs typeface="Andale Mono"/>
              </a:rPr>
              <a:t>23</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"The value of P:"</a:t>
            </a:r>
            <a:r>
              <a:rPr sz="1800" b="0" i="0" u="none">
                <a:solidFill>
                  <a:srgbClr val="DCDCDC"/>
                </a:solidFill>
                <a:latin typeface="Andale Mono"/>
                <a:ea typeface="Andale Mono"/>
                <a:cs typeface="Andale Mono"/>
              </a:rPr>
              <a:t>, P)</a:t>
            </a:r>
            <a:endParaRPr sz="1800" b="0"/>
          </a:p>
          <a:p>
            <a:pPr>
              <a:defRPr/>
            </a:pPr>
            <a:r>
              <a:rPr sz="1800" b="0" i="0" u="none">
                <a:solidFill>
                  <a:srgbClr val="DCDCDC"/>
                </a:solidFill>
                <a:latin typeface="Andale Mono"/>
                <a:ea typeface="Andale Mono"/>
                <a:cs typeface="Andale Mono"/>
              </a:rPr>
              <a:t>    G = </a:t>
            </a:r>
            <a:r>
              <a:rPr sz="1800" b="0" i="0" u="none">
                <a:solidFill>
                  <a:srgbClr val="B8D7A3"/>
                </a:solidFill>
                <a:latin typeface="Andale Mono"/>
                <a:ea typeface="Andale Mono"/>
                <a:cs typeface="Andale Mono"/>
              </a:rPr>
              <a:t>5</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"The value of G:"</a:t>
            </a:r>
            <a:r>
              <a:rPr sz="1800" b="0" i="0" u="none">
                <a:solidFill>
                  <a:srgbClr val="DCDCDC"/>
                </a:solidFill>
                <a:latin typeface="Andale Mono"/>
                <a:ea typeface="Andale Mono"/>
                <a:cs typeface="Andale Mono"/>
              </a:rPr>
              <a:t>, G)</a:t>
            </a:r>
            <a:endParaRPr sz="1800" b="0"/>
          </a:p>
          <a:p>
            <a:pPr>
              <a:defRPr/>
            </a:pPr>
            <a:r>
              <a:rPr sz="1800" b="0" i="0" u="none">
                <a:solidFill>
                  <a:srgbClr val="DCDCDC"/>
                </a:solidFill>
                <a:latin typeface="Andale Mono"/>
                <a:ea typeface="Andale Mono"/>
                <a:cs typeface="Andale Mono"/>
              </a:rPr>
              <a:t>    a = </a:t>
            </a:r>
            <a:r>
              <a:rPr sz="1800" b="0" i="0" u="none">
                <a:solidFill>
                  <a:srgbClr val="B8D7A3"/>
                </a:solidFill>
                <a:latin typeface="Andale Mono"/>
                <a:ea typeface="Andale Mono"/>
                <a:cs typeface="Andale Mono"/>
              </a:rPr>
              <a:t>4</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"The private key a for Alice:"</a:t>
            </a:r>
            <a:r>
              <a:rPr sz="1800" b="0" i="0" u="none">
                <a:solidFill>
                  <a:srgbClr val="DCDCDC"/>
                </a:solidFill>
                <a:latin typeface="Andale Mono"/>
                <a:ea typeface="Andale Mono"/>
                <a:cs typeface="Andale Mono"/>
              </a:rPr>
              <a:t>, a)</a:t>
            </a:r>
            <a:endParaRPr sz="1800" b="0"/>
          </a:p>
          <a:p>
            <a:pPr>
              <a:defRPr/>
            </a:pPr>
            <a:r>
              <a:rPr sz="1800" b="0" i="0" u="none">
                <a:solidFill>
                  <a:srgbClr val="DCDCDC"/>
                </a:solidFill>
                <a:latin typeface="Andale Mono"/>
                <a:ea typeface="Andale Mono"/>
                <a:cs typeface="Andale Mono"/>
              </a:rPr>
              <a:t>    b = </a:t>
            </a:r>
            <a:r>
              <a:rPr sz="1800" b="0" i="0" u="none">
                <a:solidFill>
                  <a:srgbClr val="B8D7A3"/>
                </a:solidFill>
                <a:latin typeface="Andale Mono"/>
                <a:ea typeface="Andale Mono"/>
                <a:cs typeface="Andale Mono"/>
              </a:rPr>
              <a:t>3</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"The private key b for Bob:"</a:t>
            </a:r>
            <a:r>
              <a:rPr sz="1800" b="0" i="0" u="none">
                <a:solidFill>
                  <a:srgbClr val="DCDCDC"/>
                </a:solidFill>
                <a:latin typeface="Andale Mono"/>
                <a:ea typeface="Andale Mono"/>
                <a:cs typeface="Andale Mono"/>
              </a:rPr>
              <a:t>, b)</a:t>
            </a:r>
            <a:endParaRPr sz="1800" b="0"/>
          </a:p>
          <a:p>
            <a:pPr>
              <a:defRPr/>
            </a:pPr>
            <a:r>
              <a:rPr lang="fr-FR" sz="1800" b="0" i="0" u="none" strike="noStrike" cap="none" spc="0">
                <a:solidFill>
                  <a:srgbClr val="DCDCDC"/>
                </a:solidFill>
                <a:latin typeface="Andale Mono"/>
                <a:ea typeface="Andale Mono"/>
                <a:cs typeface="Andale Mono"/>
              </a:rPr>
              <a:t>    x = power(G, a, P)</a:t>
            </a:r>
            <a:r>
              <a:rPr lang="fr-FR" sz="1800" b="0" i="0" u="none" strike="noStrike" cap="none" spc="0">
                <a:solidFill>
                  <a:srgbClr val="DCDCDC"/>
                </a:solidFill>
                <a:latin typeface="Andale Mono"/>
                <a:ea typeface="Andale Mono"/>
                <a:cs typeface="Andale Mono"/>
              </a:rPr>
              <a:t>  </a:t>
            </a:r>
            <a:r>
              <a:rPr lang="fr-FR" sz="1800" b="0" i="1" u="none" strike="noStrike" cap="none" spc="0">
                <a:solidFill>
                  <a:srgbClr val="57A64A"/>
                </a:solidFill>
                <a:latin typeface="Andale Mono"/>
                <a:ea typeface="Andale Mono"/>
                <a:cs typeface="Andale Mono"/>
              </a:rPr>
              <a:t># G</a:t>
            </a:r>
            <a:r>
              <a:rPr lang="fr-FR" sz="1800" b="0" i="1" u="none" strike="noStrike" cap="none" spc="0" baseline="30000">
                <a:solidFill>
                  <a:srgbClr val="57A64A"/>
                </a:solidFill>
                <a:latin typeface="Andale Mono"/>
                <a:ea typeface="Andale Mono"/>
                <a:cs typeface="Andale Mono"/>
              </a:rPr>
              <a:t>a </a:t>
            </a:r>
            <a:r>
              <a:rPr lang="fr-FR" sz="1800" b="0" i="1" u="none" strike="noStrike" cap="none" spc="0">
                <a:solidFill>
                  <a:srgbClr val="57A64A"/>
                </a:solidFill>
                <a:latin typeface="Andale Mono"/>
                <a:ea typeface="Andale Mono"/>
                <a:cs typeface="Andale Mono"/>
              </a:rPr>
              <a:t>% P</a:t>
            </a:r>
            <a:endParaRPr sz="1800" b="0"/>
          </a:p>
          <a:p>
            <a:pPr>
              <a:defRPr/>
            </a:pPr>
            <a:r>
              <a:rPr sz="1800" b="0" i="0" u="none">
                <a:solidFill>
                  <a:srgbClr val="DCDCDC"/>
                </a:solidFill>
                <a:latin typeface="Andale Mono"/>
                <a:ea typeface="Andale Mono"/>
                <a:cs typeface="Andale Mono"/>
              </a:rPr>
              <a:t>    y = power(G, b, P)</a:t>
            </a:r>
            <a:r>
              <a:rPr lang="fr-FR" sz="1800" b="0" i="0" u="none" strike="noStrike" cap="none" spc="0">
                <a:solidFill>
                  <a:srgbClr val="DCDCDC"/>
                </a:solidFill>
                <a:latin typeface="Andale Mono"/>
                <a:ea typeface="Andale Mono"/>
                <a:cs typeface="Andale Mono"/>
              </a:rPr>
              <a:t>  </a:t>
            </a:r>
            <a:r>
              <a:rPr lang="fr-FR" sz="1800" b="0" i="1" u="none" strike="noStrike" cap="none" spc="0">
                <a:solidFill>
                  <a:srgbClr val="57A64A"/>
                </a:solidFill>
                <a:latin typeface="Andale Mono"/>
                <a:ea typeface="Andale Mono"/>
                <a:cs typeface="Andale Mono"/>
              </a:rPr>
              <a:t># G</a:t>
            </a:r>
            <a:r>
              <a:rPr lang="fr-FR" sz="1800" b="0" i="1" u="none" strike="noStrike" cap="none" spc="0" baseline="30000">
                <a:solidFill>
                  <a:srgbClr val="57A64A"/>
                </a:solidFill>
                <a:latin typeface="Andale Mono"/>
                <a:ea typeface="Andale Mono"/>
                <a:cs typeface="Andale Mono"/>
              </a:rPr>
              <a:t>b </a:t>
            </a:r>
            <a:r>
              <a:rPr lang="fr-FR" sz="1800" b="0" i="1" u="none" strike="noStrike" cap="none" spc="0">
                <a:solidFill>
                  <a:srgbClr val="57A64A"/>
                </a:solidFill>
                <a:latin typeface="Andale Mono"/>
                <a:ea typeface="Andale Mono"/>
                <a:cs typeface="Andale Mono"/>
              </a:rPr>
              <a:t>% P</a:t>
            </a:r>
            <a:endParaRPr sz="1800" b="0"/>
          </a:p>
          <a:p>
            <a:pPr>
              <a:defRPr/>
            </a:pPr>
            <a:r>
              <a:rPr sz="1800" b="0" i="0" u="none">
                <a:solidFill>
                  <a:srgbClr val="DCDCDC"/>
                </a:solidFill>
                <a:latin typeface="Andale Mono"/>
                <a:ea typeface="Andale Mono"/>
                <a:cs typeface="Andale Mono"/>
              </a:rPr>
              <a:t>    ka = power(y, a, P)  </a:t>
            </a:r>
            <a:r>
              <a:rPr sz="1800" b="0" i="1" u="none">
                <a:solidFill>
                  <a:srgbClr val="57A64A"/>
                </a:solidFill>
                <a:latin typeface="Andale Mono"/>
                <a:ea typeface="Andale Mono"/>
                <a:cs typeface="Andale Mono"/>
              </a:rPr>
              <a:t># Secret key for Alice : y</a:t>
            </a:r>
            <a:r>
              <a:rPr sz="1800" b="0" i="1" u="none" baseline="30000">
                <a:solidFill>
                  <a:srgbClr val="57A64A"/>
                </a:solidFill>
                <a:latin typeface="Andale Mono"/>
                <a:ea typeface="Andale Mono"/>
                <a:cs typeface="Andale Mono"/>
              </a:rPr>
              <a:t>a</a:t>
            </a:r>
            <a:r>
              <a:rPr sz="1800" b="0" i="1" u="none">
                <a:solidFill>
                  <a:srgbClr val="57A64A"/>
                </a:solidFill>
                <a:latin typeface="Andale Mono"/>
                <a:ea typeface="Andale Mono"/>
                <a:cs typeface="Andale Mono"/>
              </a:rPr>
              <a:t> % P</a:t>
            </a:r>
            <a:r>
              <a:rPr sz="1800" b="0"/>
              <a:t>  </a:t>
            </a:r>
            <a:endParaRPr sz="1800" b="0"/>
          </a:p>
          <a:p>
            <a:pPr>
              <a:defRPr/>
            </a:pPr>
            <a:r>
              <a:rPr sz="1800" b="0" i="0" u="none">
                <a:solidFill>
                  <a:srgbClr val="DCDCDC"/>
                </a:solidFill>
                <a:latin typeface="Andale Mono"/>
                <a:ea typeface="Andale Mono"/>
                <a:cs typeface="Andale Mono"/>
              </a:rPr>
              <a:t>    kb = power(x, b, P)  </a:t>
            </a:r>
            <a:r>
              <a:rPr sz="1800" b="0" i="1" u="none">
                <a:solidFill>
                  <a:srgbClr val="57A64A"/>
                </a:solidFill>
                <a:latin typeface="Andale Mono"/>
                <a:ea typeface="Andale Mono"/>
                <a:cs typeface="Andale Mono"/>
              </a:rPr>
              <a:t># Secret key for Bob : x</a:t>
            </a:r>
            <a:r>
              <a:rPr sz="1800" b="0" i="1" u="none" baseline="30000">
                <a:solidFill>
                  <a:srgbClr val="57A64A"/>
                </a:solidFill>
                <a:latin typeface="Andale Mono"/>
                <a:ea typeface="Andale Mono"/>
                <a:cs typeface="Andale Mono"/>
              </a:rPr>
              <a:t>b</a:t>
            </a:r>
            <a:r>
              <a:rPr sz="1800" b="0" i="1" u="none">
                <a:solidFill>
                  <a:srgbClr val="57A64A"/>
                </a:solidFill>
                <a:latin typeface="Andale Mono"/>
                <a:ea typeface="Andale Mono"/>
                <a:cs typeface="Andale Mono"/>
              </a:rPr>
              <a:t> % P</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"Secret key for Alice is:"</a:t>
            </a:r>
            <a:r>
              <a:rPr sz="1800" b="0" i="0" u="none">
                <a:solidFill>
                  <a:srgbClr val="DCDCDC"/>
                </a:solidFill>
                <a:latin typeface="Andale Mono"/>
                <a:ea typeface="Andale Mono"/>
                <a:cs typeface="Andale Mono"/>
              </a:rPr>
              <a:t>, ka)</a:t>
            </a:r>
            <a:endParaRPr sz="1800" b="0"/>
          </a:p>
          <a:p>
            <a:pPr>
              <a:defRPr/>
            </a:pPr>
            <a:r>
              <a:rPr sz="1800" b="0" i="0" u="none">
                <a:solidFill>
                  <a:srgbClr val="DCDCDC"/>
                </a:solidFill>
                <a:latin typeface="Andale Mono"/>
                <a:ea typeface="Andale Mono"/>
                <a:cs typeface="Andale Mono"/>
              </a:rPr>
              <a:t>    </a:t>
            </a:r>
            <a:r>
              <a:rPr sz="1800" b="0" i="0" u="none">
                <a:solidFill>
                  <a:srgbClr val="4EC9B0"/>
                </a:solidFill>
                <a:latin typeface="Andale Mono"/>
                <a:ea typeface="Andale Mono"/>
                <a:cs typeface="Andale Mono"/>
              </a:rPr>
              <a:t>print</a:t>
            </a:r>
            <a:r>
              <a:rPr sz="1800" b="0" i="0" u="none">
                <a:solidFill>
                  <a:srgbClr val="DCDCDC"/>
                </a:solidFill>
                <a:latin typeface="Andale Mono"/>
                <a:ea typeface="Andale Mono"/>
                <a:cs typeface="Andale Mono"/>
              </a:rPr>
              <a:t>(</a:t>
            </a:r>
            <a:r>
              <a:rPr sz="1800" b="0" i="0" u="none">
                <a:solidFill>
                  <a:srgbClr val="D69D85"/>
                </a:solidFill>
                <a:latin typeface="Andale Mono"/>
                <a:ea typeface="Andale Mono"/>
                <a:cs typeface="Andale Mono"/>
              </a:rPr>
              <a:t>"Secret key for Bob is:"</a:t>
            </a:r>
            <a:r>
              <a:rPr sz="1800" b="0" i="0" u="none">
                <a:solidFill>
                  <a:srgbClr val="DCDCDC"/>
                </a:solidFill>
                <a:latin typeface="Andale Mono"/>
                <a:ea typeface="Andale Mono"/>
                <a:cs typeface="Andale Mono"/>
              </a:rPr>
              <a:t>, kb)</a:t>
            </a:r>
            <a:endParaRPr sz="1800"/>
          </a:p>
        </p:txBody>
      </p:sp>
      <p:pic>
        <p:nvPicPr>
          <p:cNvPr id="1689297964"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1174625976" grpId="0"/>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390771" name="Title 1"/>
          <p:cNvSpPr>
            <a:spLocks noGrp="1"/>
          </p:cNvSpPr>
          <p:nvPr>
            <p:ph type="title"/>
          </p:nvPr>
        </p:nvSpPr>
        <p:spPr bwMode="auto">
          <a:xfrm>
            <a:off x="409980" y="4311805"/>
            <a:ext cx="8585337" cy="2368300"/>
          </a:xfrm>
        </p:spPr>
        <p:txBody>
          <a:bodyPr anchor="b">
            <a:normAutofit/>
          </a:bodyPr>
          <a:lstStyle/>
          <a:p>
            <a:pPr>
              <a:defRPr/>
            </a:pPr>
            <a:r>
              <a:rPr lang="en-US">
                <a:latin typeface="Bai Jamjuree SemiBold"/>
                <a:ea typeface="Bai Jamjuree SemiBold"/>
                <a:cs typeface="Bai Jamjuree SemiBold"/>
              </a:rPr>
              <a:t>Sécurité et limites</a:t>
            </a:r>
            <a:endParaRPr>
              <a:latin typeface="Bai Jamjuree SemiBold"/>
              <a:cs typeface="Bai Jamjuree SemiBold"/>
            </a:endParaRPr>
          </a:p>
        </p:txBody>
      </p:sp>
      <p:sp>
        <p:nvSpPr>
          <p:cNvPr id="1880267410" name="Slide Number Placeholder 5"/>
          <p:cNvSpPr>
            <a:spLocks noGrp="1"/>
          </p:cNvSpPr>
          <p:nvPr>
            <p:ph type="sldNum" sz="quarter" idx="12"/>
          </p:nvPr>
        </p:nvSpPr>
        <p:spPr bwMode="auto">
          <a:xfrm>
            <a:off x="11291658" y="219456"/>
            <a:ext cx="555948" cy="338328"/>
          </a:xfrm>
        </p:spPr>
        <p:txBody>
          <a:bodyPr anchor="ctr">
            <a:normAutofit/>
          </a:bodyPr>
          <a:lstStyle/>
          <a:p>
            <a:pPr rtl="0">
              <a:spcAft>
                <a:spcPts val="600"/>
              </a:spcAft>
              <a:defRPr/>
            </a:pPr>
            <a:fld id="{8E274F5D-21DC-40EF-8DBA-AB9BB119E939}" type="slidenum">
              <a:rPr lang="en-US"/>
              <a:t>13</a:t>
            </a:fld>
            <a:endParaRPr lang="en-US"/>
          </a:p>
        </p:txBody>
      </p:sp>
      <p:pic>
        <p:nvPicPr>
          <p:cNvPr id="681478770"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212390771" grpId="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5915646" name="Title 1"/>
          <p:cNvSpPr>
            <a:spLocks noGrp="1"/>
          </p:cNvSpPr>
          <p:nvPr>
            <p:ph type="title"/>
          </p:nvPr>
        </p:nvSpPr>
        <p:spPr bwMode="auto">
          <a:xfrm>
            <a:off x="419100" y="4607626"/>
            <a:ext cx="4419600" cy="1640774"/>
          </a:xfrm>
        </p:spPr>
        <p:txBody>
          <a:bodyPr anchor="t">
            <a:normAutofit/>
          </a:bodyPr>
          <a:lstStyle/>
          <a:p>
            <a:pPr>
              <a:defRPr/>
            </a:pPr>
            <a:r>
              <a:rPr lang="en-US">
                <a:latin typeface="Bai Jamjuree SemiBold"/>
                <a:ea typeface="Bai Jamjuree SemiBold"/>
                <a:cs typeface="Bai Jamjuree SemiBold"/>
              </a:rPr>
              <a:t>Pourquoi Diffie-Hellman est sécurisé</a:t>
            </a:r>
            <a:r>
              <a:rPr lang="fr-FR">
                <a:latin typeface="Bai Jamjuree SemiBold"/>
                <a:ea typeface="Bai Jamjuree SemiBold"/>
                <a:cs typeface="Bai Jamjuree SemiBold"/>
              </a:rPr>
              <a:t> ?</a:t>
            </a:r>
            <a:endParaRPr>
              <a:latin typeface="Bai Jamjuree SemiBold"/>
              <a:cs typeface="Bai Jamjuree SemiBold"/>
            </a:endParaRPr>
          </a:p>
        </p:txBody>
      </p:sp>
      <p:pic>
        <p:nvPicPr>
          <p:cNvPr id="2088497358" name="Content Placeholder 7" descr="Sciences, Mathématiques, Équations de Chimie"/>
          <p:cNvPicPr>
            <a:picLocks noChangeAspect="1" noGrp="1"/>
          </p:cNvPicPr>
          <p:nvPr>
            <p:ph type="pic" sz="quarter" idx="15"/>
          </p:nvPr>
        </p:nvPicPr>
        <p:blipFill rotWithShape="1">
          <a:blip r:embed="rId3"/>
          <a:srcRect l="20844" t="0" r="14596" b="1"/>
          <a:stretch/>
        </p:blipFill>
        <p:spPr bwMode="auto">
          <a:xfrm>
            <a:off x="1914" y="10"/>
            <a:ext cx="4836786" cy="4214181"/>
          </a:xfrm>
        </p:spPr>
      </p:pic>
      <p:sp>
        <p:nvSpPr>
          <p:cNvPr id="1134791796"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14</a:t>
            </a:fld>
            <a:endParaRPr lang="en-US"/>
          </a:p>
        </p:txBody>
      </p:sp>
      <p:sp>
        <p:nvSpPr>
          <p:cNvPr id="2007376833" name="Content Placeholder 6"/>
          <p:cNvSpPr>
            <a:spLocks noGrp="1"/>
          </p:cNvSpPr>
          <p:nvPr>
            <p:ph sz="quarter" idx="14"/>
          </p:nvPr>
        </p:nvSpPr>
        <p:spPr bwMode="auto">
          <a:xfrm>
            <a:off x="5541276" y="1104900"/>
            <a:ext cx="5750381" cy="5143500"/>
          </a:xfrm>
        </p:spPr>
        <p:txBody>
          <a:bodyPr>
            <a:normAutofit/>
          </a:bodyPr>
          <a:lstStyle/>
          <a:p>
            <a:pPr marL="217793" indent="-217793">
              <a:buFont typeface="Arial"/>
              <a:buChar char="•"/>
              <a:defRPr/>
            </a:pPr>
            <a:r>
              <a:rPr sz="1600" b="1" i="0" u="none">
                <a:solidFill>
                  <a:schemeClr val="tx1"/>
                </a:solidFill>
                <a:latin typeface="Arial"/>
                <a:ea typeface="Arial"/>
                <a:cs typeface="Arial"/>
              </a:rPr>
              <a:t>Sécurité fondamentale</a:t>
            </a:r>
            <a:r>
              <a:rPr sz="1600" b="1" i="0" u="none">
                <a:solidFill>
                  <a:schemeClr val="tx1"/>
                </a:solidFill>
                <a:latin typeface="Arial"/>
                <a:ea typeface="Arial"/>
                <a:cs typeface="Arial"/>
              </a:rPr>
              <a:t> </a:t>
            </a:r>
            <a:r>
              <a:rPr sz="1600" b="1" i="0" u="none">
                <a:solidFill>
                  <a:schemeClr val="tx1"/>
                </a:solidFill>
                <a:latin typeface="Arial"/>
                <a:ea typeface="Arial"/>
                <a:cs typeface="Arial"/>
              </a:rPr>
              <a:t>: Basée sur la difficulté de calculer l'exposant</a:t>
            </a:r>
            <a:r>
              <a:rPr sz="1600" b="1" i="0" u="none">
                <a:solidFill>
                  <a:schemeClr val="tx1"/>
                </a:solidFill>
                <a:latin typeface="Arial"/>
                <a:ea typeface="Arial"/>
                <a:cs typeface="Arial"/>
              </a:rPr>
              <a:t> </a:t>
            </a:r>
            <a:r>
              <a:rPr sz="1200" b="1" i="0" u="none">
                <a:solidFill>
                  <a:schemeClr val="tx1"/>
                </a:solidFill>
                <a:latin typeface="Arial"/>
                <a:ea typeface="Arial"/>
                <a:cs typeface="Arial"/>
              </a:rPr>
              <a:t>a</a:t>
            </a:r>
            <a:r>
              <a:rPr sz="1600" b="1" i="0" u="none">
                <a:solidFill>
                  <a:schemeClr val="tx1"/>
                </a:solidFill>
                <a:latin typeface="Arial"/>
                <a:ea typeface="Arial"/>
                <a:cs typeface="Arial"/>
              </a:rPr>
              <a:t> </a:t>
            </a:r>
            <a:r>
              <a:rPr sz="1600" b="1" i="0" u="none">
                <a:solidFill>
                  <a:schemeClr val="tx1"/>
                </a:solidFill>
                <a:latin typeface="Arial"/>
                <a:ea typeface="Arial"/>
                <a:cs typeface="Arial"/>
              </a:rPr>
              <a:t>à partir de</a:t>
            </a:r>
            <a:r>
              <a:rPr sz="1600" b="1" i="0" u="none">
                <a:solidFill>
                  <a:schemeClr val="tx1"/>
                </a:solidFill>
                <a:latin typeface="Arial"/>
                <a:ea typeface="Arial"/>
                <a:cs typeface="Arial"/>
              </a:rPr>
              <a:t> </a:t>
            </a:r>
            <a:r>
              <a:rPr sz="1200" b="1" i="0" u="none">
                <a:solidFill>
                  <a:schemeClr val="tx1"/>
                </a:solidFill>
                <a:latin typeface="Arial"/>
                <a:ea typeface="Arial"/>
                <a:cs typeface="Arial"/>
              </a:rPr>
              <a:t>g</a:t>
            </a:r>
            <a:r>
              <a:rPr sz="1600" b="1" i="0" u="none">
                <a:solidFill>
                  <a:schemeClr val="tx1"/>
                </a:solidFill>
                <a:latin typeface="Arial"/>
                <a:ea typeface="Arial"/>
                <a:cs typeface="Arial"/>
              </a:rPr>
              <a:t>,</a:t>
            </a:r>
            <a:r>
              <a:rPr sz="1600" b="1" i="0" u="none">
                <a:solidFill>
                  <a:schemeClr val="tx1"/>
                </a:solidFill>
                <a:latin typeface="Arial"/>
                <a:ea typeface="Arial"/>
                <a:cs typeface="Arial"/>
              </a:rPr>
              <a:t> </a:t>
            </a:r>
            <a:r>
              <a:rPr sz="1200" b="1" i="0" u="none">
                <a:solidFill>
                  <a:schemeClr val="tx1"/>
                </a:solidFill>
                <a:latin typeface="Arial"/>
                <a:ea typeface="Arial"/>
                <a:cs typeface="Arial"/>
              </a:rPr>
              <a:t>p</a:t>
            </a:r>
            <a:r>
              <a:rPr sz="1600" b="1" i="0" u="none">
                <a:solidFill>
                  <a:schemeClr val="tx1"/>
                </a:solidFill>
                <a:latin typeface="Arial"/>
                <a:ea typeface="Arial"/>
                <a:cs typeface="Arial"/>
              </a:rPr>
              <a:t> </a:t>
            </a:r>
            <a:r>
              <a:rPr sz="1600" b="1" i="0" u="none">
                <a:solidFill>
                  <a:schemeClr val="tx1"/>
                </a:solidFill>
                <a:latin typeface="Arial"/>
                <a:ea typeface="Arial"/>
                <a:cs typeface="Arial"/>
              </a:rPr>
              <a:t>et</a:t>
            </a:r>
            <a:r>
              <a:rPr sz="1600" b="1" i="0" u="none">
                <a:solidFill>
                  <a:schemeClr val="tx1"/>
                </a:solidFill>
                <a:latin typeface="Arial"/>
                <a:ea typeface="Arial"/>
                <a:cs typeface="Arial"/>
              </a:rPr>
              <a:t> </a:t>
            </a:r>
            <a:r>
              <a:rPr sz="1200" b="1" i="0" u="none">
                <a:solidFill>
                  <a:schemeClr val="tx1"/>
                </a:solidFill>
                <a:latin typeface="Arial"/>
                <a:ea typeface="Arial"/>
                <a:cs typeface="Arial"/>
              </a:rPr>
              <a:t>A</a:t>
            </a:r>
            <a:endParaRPr sz="1800">
              <a:solidFill>
                <a:schemeClr val="tx1"/>
              </a:solidFill>
            </a:endParaRPr>
          </a:p>
          <a:p>
            <a:pPr marL="217793" indent="-217793">
              <a:buFont typeface="Arial"/>
              <a:buChar char="•"/>
              <a:defRPr/>
            </a:pPr>
            <a:r>
              <a:rPr sz="1600" b="1" i="0" u="none">
                <a:solidFill>
                  <a:schemeClr val="tx1"/>
                </a:solidFill>
                <a:latin typeface="Arial"/>
                <a:ea typeface="Arial"/>
                <a:cs typeface="Arial"/>
              </a:rPr>
              <a:t>Asymétrie des opérations</a:t>
            </a:r>
            <a:r>
              <a:rPr sz="1600" b="1" i="0" u="none">
                <a:solidFill>
                  <a:schemeClr val="tx1"/>
                </a:solidFill>
                <a:latin typeface="Arial"/>
                <a:ea typeface="Arial"/>
                <a:cs typeface="Arial"/>
              </a:rPr>
              <a:t> </a:t>
            </a:r>
            <a:r>
              <a:rPr sz="1600" b="1" i="0" u="none">
                <a:solidFill>
                  <a:schemeClr val="tx1"/>
                </a:solidFill>
                <a:latin typeface="Arial"/>
                <a:ea typeface="Arial"/>
                <a:cs typeface="Arial"/>
              </a:rPr>
              <a:t>:</a:t>
            </a:r>
            <a:endParaRPr sz="1800">
              <a:solidFill>
                <a:schemeClr val="tx1"/>
              </a:solidFill>
            </a:endParaRPr>
          </a:p>
          <a:p>
            <a:pPr marL="617843" lvl="1" indent="-217793">
              <a:buFont typeface="Arial"/>
              <a:buChar char="•"/>
              <a:defRPr/>
            </a:pPr>
            <a:r>
              <a:rPr sz="1600" b="0" i="0" u="none">
                <a:solidFill>
                  <a:schemeClr val="tx1"/>
                </a:solidFill>
                <a:latin typeface="Arial"/>
                <a:ea typeface="Arial"/>
                <a:cs typeface="Arial"/>
              </a:rPr>
              <a:t>Calculer</a:t>
            </a:r>
            <a:r>
              <a:rPr sz="1600" b="1" i="0" u="none">
                <a:solidFill>
                  <a:schemeClr val="tx1"/>
                </a:solidFill>
                <a:latin typeface="Arial"/>
                <a:ea typeface="Arial"/>
                <a:cs typeface="Arial"/>
              </a:rPr>
              <a:t> </a:t>
            </a:r>
            <a:r>
              <a:rPr sz="1600" b="1" i="0" u="none">
                <a:solidFill>
                  <a:schemeClr val="tx1"/>
                </a:solidFill>
                <a:latin typeface="Arial"/>
                <a:ea typeface="Arial"/>
                <a:cs typeface="Arial"/>
              </a:rPr>
              <a:t>g^a mod p</a:t>
            </a:r>
            <a:r>
              <a:rPr sz="1600" b="0" i="0" u="none">
                <a:solidFill>
                  <a:schemeClr val="tx1"/>
                </a:solidFill>
                <a:latin typeface="Arial"/>
                <a:ea typeface="Arial"/>
                <a:cs typeface="Arial"/>
              </a:rPr>
              <a:t> </a:t>
            </a:r>
            <a:r>
              <a:rPr sz="1600" b="0" i="0" u="none">
                <a:solidFill>
                  <a:schemeClr val="tx1"/>
                </a:solidFill>
                <a:latin typeface="Arial"/>
                <a:ea typeface="Arial"/>
                <a:cs typeface="Arial"/>
              </a:rPr>
              <a:t>= facile et rapide</a:t>
            </a:r>
            <a:endParaRPr sz="1800" b="0">
              <a:solidFill>
                <a:schemeClr val="tx1"/>
              </a:solidFill>
            </a:endParaRPr>
          </a:p>
          <a:p>
            <a:pPr marL="617843" lvl="1" indent="-217793">
              <a:buFont typeface="Arial"/>
              <a:buChar char="•"/>
              <a:defRPr/>
            </a:pPr>
            <a:r>
              <a:rPr sz="1600" b="0" i="0" u="none">
                <a:solidFill>
                  <a:schemeClr val="tx1"/>
                </a:solidFill>
                <a:latin typeface="Arial"/>
                <a:ea typeface="Arial"/>
                <a:cs typeface="Arial"/>
              </a:rPr>
              <a:t>Extraire</a:t>
            </a:r>
            <a:r>
              <a:rPr sz="1600" b="0" i="0" u="none">
                <a:solidFill>
                  <a:schemeClr val="tx1"/>
                </a:solidFill>
                <a:latin typeface="Arial"/>
                <a:ea typeface="Arial"/>
                <a:cs typeface="Arial"/>
              </a:rPr>
              <a:t> </a:t>
            </a:r>
            <a:r>
              <a:rPr sz="1600" b="1" i="0" u="none">
                <a:solidFill>
                  <a:schemeClr val="tx1"/>
                </a:solidFill>
                <a:latin typeface="Arial"/>
                <a:ea typeface="Arial"/>
                <a:cs typeface="Arial"/>
              </a:rPr>
              <a:t>a</a:t>
            </a:r>
            <a:r>
              <a:rPr sz="1600" b="0" i="0" u="none">
                <a:solidFill>
                  <a:schemeClr val="tx1"/>
                </a:solidFill>
                <a:latin typeface="Arial"/>
                <a:ea typeface="Arial"/>
                <a:cs typeface="Arial"/>
              </a:rPr>
              <a:t> </a:t>
            </a:r>
            <a:r>
              <a:rPr sz="1600" b="0" i="0" u="none">
                <a:solidFill>
                  <a:schemeClr val="tx1"/>
                </a:solidFill>
                <a:latin typeface="Arial"/>
                <a:ea typeface="Arial"/>
                <a:cs typeface="Arial"/>
              </a:rPr>
              <a:t>(logarithme discret) = infaisable</a:t>
            </a:r>
            <a:endParaRPr sz="1800">
              <a:solidFill>
                <a:schemeClr val="tx1"/>
              </a:solidFill>
            </a:endParaRPr>
          </a:p>
          <a:p>
            <a:pPr marL="217793" indent="-217793">
              <a:buFont typeface="Arial"/>
              <a:buChar char="•"/>
              <a:defRPr/>
            </a:pPr>
            <a:r>
              <a:rPr sz="1600" b="1" i="0" u="none">
                <a:solidFill>
                  <a:schemeClr val="tx1"/>
                </a:solidFill>
                <a:latin typeface="Arial"/>
                <a:ea typeface="Arial"/>
                <a:cs typeface="Arial"/>
              </a:rPr>
              <a:t>Information scellée</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Sans la clé secrète, les données interceptées restent un "coffre-fort" mathématique inviolable</a:t>
            </a:r>
            <a:endParaRPr sz="1800" b="0">
              <a:solidFill>
                <a:schemeClr val="tx1"/>
              </a:solidFill>
            </a:endParaRPr>
          </a:p>
          <a:p>
            <a:pPr marL="217793" lvl="1" indent="-217793">
              <a:buFont typeface="Arial"/>
              <a:buChar char="•"/>
              <a:defRPr/>
            </a:pPr>
            <a:r>
              <a:rPr sz="1600" b="1" i="0" u="none">
                <a:solidFill>
                  <a:schemeClr val="tx1"/>
                </a:solidFill>
                <a:latin typeface="Arial"/>
                <a:ea typeface="Arial"/>
                <a:cs typeface="Arial"/>
              </a:rPr>
              <a:t>Critère critique</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La robustesse dépend du choix de</a:t>
            </a:r>
            <a:r>
              <a:rPr sz="1600" b="0" i="0" u="none">
                <a:solidFill>
                  <a:schemeClr val="tx1"/>
                </a:solidFill>
                <a:latin typeface="Arial"/>
                <a:ea typeface="Arial"/>
                <a:cs typeface="Arial"/>
              </a:rPr>
              <a:t> </a:t>
            </a:r>
            <a:r>
              <a:rPr sz="1600" b="0" i="0" u="none">
                <a:solidFill>
                  <a:schemeClr val="tx1"/>
                </a:solidFill>
                <a:latin typeface="Arial"/>
                <a:ea typeface="Arial"/>
                <a:cs typeface="Arial"/>
              </a:rPr>
              <a:t>p</a:t>
            </a:r>
            <a:r>
              <a:rPr sz="1600" b="0" i="0" u="none">
                <a:solidFill>
                  <a:schemeClr val="tx1"/>
                </a:solidFill>
                <a:latin typeface="Arial"/>
                <a:ea typeface="Arial"/>
                <a:cs typeface="Arial"/>
              </a:rPr>
              <a:t> </a:t>
            </a:r>
            <a:r>
              <a:rPr sz="1600" b="0" i="0" u="none">
                <a:solidFill>
                  <a:schemeClr val="tx1"/>
                </a:solidFill>
                <a:latin typeface="Arial"/>
                <a:ea typeface="Arial"/>
                <a:cs typeface="Arial"/>
              </a:rPr>
              <a:t>(grand nombre premier) et</a:t>
            </a:r>
            <a:r>
              <a:rPr sz="1600" b="0" i="0" u="none">
                <a:solidFill>
                  <a:schemeClr val="tx1"/>
                </a:solidFill>
                <a:latin typeface="Arial"/>
                <a:ea typeface="Arial"/>
                <a:cs typeface="Arial"/>
              </a:rPr>
              <a:t> </a:t>
            </a:r>
            <a:r>
              <a:rPr sz="1800" b="0" i="0" u="none">
                <a:solidFill>
                  <a:schemeClr val="tx1"/>
                </a:solidFill>
                <a:latin typeface="Arial"/>
                <a:ea typeface="Arial"/>
                <a:cs typeface="Arial"/>
              </a:rPr>
              <a:t>g</a:t>
            </a:r>
            <a:r>
              <a:rPr sz="1600" b="0" i="0" u="none">
                <a:solidFill>
                  <a:schemeClr val="tx1"/>
                </a:solidFill>
                <a:latin typeface="Arial"/>
                <a:ea typeface="Arial"/>
                <a:cs typeface="Arial"/>
              </a:rPr>
              <a:t> (base) pour éviter les failles</a:t>
            </a:r>
            <a:endParaRPr b="0"/>
          </a:p>
        </p:txBody>
      </p:sp>
      <p:pic>
        <p:nvPicPr>
          <p:cNvPr id="494246632"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2007376833" grpId="0"/>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0020462" name="Title 1"/>
          <p:cNvSpPr>
            <a:spLocks noGrp="1"/>
          </p:cNvSpPr>
          <p:nvPr>
            <p:ph type="title"/>
          </p:nvPr>
        </p:nvSpPr>
        <p:spPr bwMode="auto">
          <a:xfrm flipH="0" flipV="0">
            <a:off x="5201624" y="1115568"/>
            <a:ext cx="6184534" cy="1389582"/>
          </a:xfrm>
        </p:spPr>
        <p:txBody>
          <a:bodyPr anchor="t">
            <a:normAutofit/>
          </a:bodyPr>
          <a:lstStyle/>
          <a:p>
            <a:pPr>
              <a:defRPr/>
            </a:pPr>
            <a:r>
              <a:rPr lang="en-US">
                <a:latin typeface="Bai Jamjuree SemiBold"/>
                <a:ea typeface="Bai Jamjuree SemiBold"/>
                <a:cs typeface="Bai Jamjuree SemiBold"/>
              </a:rPr>
              <a:t>Limites du protocole</a:t>
            </a:r>
            <a:endParaRPr>
              <a:latin typeface="Bai Jamjuree SemiBold"/>
              <a:cs typeface="Bai Jamjuree SemiBold"/>
            </a:endParaRPr>
          </a:p>
        </p:txBody>
      </p:sp>
      <p:sp>
        <p:nvSpPr>
          <p:cNvPr id="1179459952"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15</a:t>
            </a:fld>
            <a:endParaRPr lang="en-US"/>
          </a:p>
        </p:txBody>
      </p:sp>
      <p:pic>
        <p:nvPicPr>
          <p:cNvPr id="1490756528" name="Content Placeholder 7" descr="Concept de sécurité numérique sur le code de données binaire"/>
          <p:cNvPicPr>
            <a:picLocks noChangeAspect="1" noGrp="1"/>
          </p:cNvPicPr>
          <p:nvPr>
            <p:ph type="pic" sz="quarter" idx="15"/>
          </p:nvPr>
        </p:nvPicPr>
        <p:blipFill rotWithShape="1">
          <a:blip r:embed="rId3"/>
          <a:stretch/>
        </p:blipFill>
        <p:spPr bwMode="auto">
          <a:xfrm flipH="0" flipV="0">
            <a:off x="429768" y="1935217"/>
            <a:ext cx="4515824" cy="3386868"/>
          </a:xfrm>
        </p:spPr>
      </p:pic>
      <p:sp>
        <p:nvSpPr>
          <p:cNvPr id="1055830899" name="Content Placeholder 6"/>
          <p:cNvSpPr>
            <a:spLocks noGrp="1"/>
          </p:cNvSpPr>
          <p:nvPr>
            <p:ph sz="quarter" idx="14"/>
          </p:nvPr>
        </p:nvSpPr>
        <p:spPr bwMode="auto">
          <a:xfrm flipH="0" flipV="0">
            <a:off x="5201624" y="2059042"/>
            <a:ext cx="6184533" cy="3733799"/>
          </a:xfrm>
        </p:spPr>
        <p:txBody>
          <a:bodyPr>
            <a:normAutofit/>
          </a:bodyPr>
          <a:lstStyle/>
          <a:p>
            <a:pPr marL="217793" indent="-217793">
              <a:buFont typeface="Arial"/>
              <a:buChar char="•"/>
              <a:defRPr/>
            </a:pPr>
            <a:r>
              <a:rPr sz="1600" b="1" i="0" u="none">
                <a:solidFill>
                  <a:schemeClr val="tx1"/>
                </a:solidFill>
                <a:latin typeface="Arial"/>
                <a:ea typeface="Arial"/>
                <a:cs typeface="Arial"/>
              </a:rPr>
              <a:t>Absence d'authentification</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Ne vérifie pas</a:t>
            </a:r>
            <a:r>
              <a:rPr sz="1600" b="0" i="0" u="none">
                <a:solidFill>
                  <a:schemeClr val="tx1"/>
                </a:solidFill>
                <a:latin typeface="Arial"/>
                <a:ea typeface="Arial"/>
                <a:cs typeface="Arial"/>
              </a:rPr>
              <a:t> </a:t>
            </a:r>
            <a:r>
              <a:rPr sz="1600" b="0" i="1" u="none">
                <a:solidFill>
                  <a:schemeClr val="tx1"/>
                </a:solidFill>
                <a:latin typeface="Arial"/>
                <a:ea typeface="Arial"/>
                <a:cs typeface="Arial"/>
              </a:rPr>
              <a:t>qui</a:t>
            </a:r>
            <a:r>
              <a:rPr sz="1600" b="0" i="0" u="none">
                <a:solidFill>
                  <a:schemeClr val="tx1"/>
                </a:solidFill>
                <a:latin typeface="Arial"/>
                <a:ea typeface="Arial"/>
                <a:cs typeface="Arial"/>
              </a:rPr>
              <a:t> </a:t>
            </a:r>
            <a:r>
              <a:rPr sz="1600" b="0" i="0" u="none">
                <a:solidFill>
                  <a:schemeClr val="tx1"/>
                </a:solidFill>
                <a:latin typeface="Arial"/>
                <a:ea typeface="Arial"/>
                <a:cs typeface="Arial"/>
              </a:rPr>
              <a:t>est à l'autre bout du canal</a:t>
            </a:r>
            <a:endParaRPr sz="1800" b="0">
              <a:solidFill>
                <a:schemeClr val="tx1"/>
              </a:solidFill>
            </a:endParaRPr>
          </a:p>
          <a:p>
            <a:pPr marL="217793" indent="-217793">
              <a:buFont typeface="Arial"/>
              <a:buChar char="•"/>
              <a:defRPr/>
            </a:pPr>
            <a:r>
              <a:rPr sz="1600" b="1" i="0" u="none">
                <a:solidFill>
                  <a:schemeClr val="tx1"/>
                </a:solidFill>
                <a:latin typeface="Arial"/>
                <a:ea typeface="Arial"/>
                <a:cs typeface="Arial"/>
              </a:rPr>
              <a:t>Attaque Man-In-The-Middle</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Un attaquant actif peut intercepter et modifier les clés sans être détecté</a:t>
            </a:r>
            <a:endParaRPr sz="1800">
              <a:solidFill>
                <a:schemeClr val="tx1"/>
              </a:solidFill>
            </a:endParaRPr>
          </a:p>
          <a:p>
            <a:pPr marL="217793" indent="-217793">
              <a:buFont typeface="Arial"/>
              <a:buChar char="•"/>
              <a:defRPr/>
            </a:pPr>
            <a:r>
              <a:rPr sz="1600" b="1" i="0" u="none">
                <a:solidFill>
                  <a:schemeClr val="tx1"/>
                </a:solidFill>
                <a:latin typeface="Arial"/>
                <a:ea typeface="Arial"/>
                <a:cs typeface="Arial"/>
              </a:rPr>
              <a:t>Vulnérabilité quantique</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L'algorithme de Shor sur un ordinateur quantique peut casser le logarithme discret </a:t>
            </a:r>
            <a:endParaRPr sz="1600" b="0" i="0" u="none">
              <a:solidFill>
                <a:schemeClr val="tx1"/>
              </a:solidFill>
              <a:latin typeface="Arial"/>
              <a:ea typeface="Arial"/>
              <a:cs typeface="Arial"/>
            </a:endParaRPr>
          </a:p>
          <a:p>
            <a:pPr marL="217793" indent="-217793">
              <a:buFont typeface="Arial"/>
              <a:buChar char="•"/>
              <a:defRPr/>
            </a:pPr>
            <a:r>
              <a:rPr sz="1600" b="1" i="0" u="none">
                <a:solidFill>
                  <a:schemeClr val="tx1"/>
                </a:solidFill>
                <a:latin typeface="Arial"/>
                <a:ea typeface="Arial"/>
                <a:cs typeface="Arial"/>
              </a:rPr>
              <a:t>La solution</a:t>
            </a:r>
            <a:r>
              <a:rPr sz="1600" b="1" i="0" u="none">
                <a:solidFill>
                  <a:schemeClr val="tx1"/>
                </a:solidFill>
                <a:latin typeface="Arial"/>
                <a:ea typeface="Arial"/>
                <a:cs typeface="Arial"/>
              </a:rPr>
              <a:t> </a:t>
            </a:r>
            <a:r>
              <a:rPr sz="1600" b="1" i="0" u="none">
                <a:solidFill>
                  <a:schemeClr val="tx1"/>
                </a:solidFill>
                <a:latin typeface="Arial"/>
                <a:ea typeface="Arial"/>
                <a:cs typeface="Arial"/>
              </a:rPr>
              <a:t>: </a:t>
            </a:r>
            <a:r>
              <a:rPr sz="1600" b="0" i="0" u="none">
                <a:solidFill>
                  <a:schemeClr val="tx1"/>
                </a:solidFill>
                <a:latin typeface="Arial"/>
                <a:ea typeface="Arial"/>
                <a:cs typeface="Arial"/>
              </a:rPr>
              <a:t>Doit toujours être couplé avec des</a:t>
            </a:r>
            <a:r>
              <a:rPr sz="1600" b="0" i="0" u="none">
                <a:solidFill>
                  <a:schemeClr val="tx1"/>
                </a:solidFill>
                <a:latin typeface="Arial"/>
                <a:ea typeface="Arial"/>
                <a:cs typeface="Arial"/>
              </a:rPr>
              <a:t> </a:t>
            </a:r>
            <a:r>
              <a:rPr sz="1600" b="0" i="0" u="none">
                <a:solidFill>
                  <a:schemeClr val="tx1"/>
                </a:solidFill>
                <a:latin typeface="Arial"/>
                <a:ea typeface="Arial"/>
                <a:cs typeface="Arial"/>
              </a:rPr>
              <a:t>signatures numériques</a:t>
            </a:r>
            <a:r>
              <a:rPr sz="1600" b="0" i="0" u="none">
                <a:solidFill>
                  <a:schemeClr val="tx1"/>
                </a:solidFill>
                <a:latin typeface="Arial"/>
                <a:ea typeface="Arial"/>
                <a:cs typeface="Arial"/>
              </a:rPr>
              <a:t> </a:t>
            </a:r>
            <a:r>
              <a:rPr sz="1600" b="0" i="0" u="none">
                <a:solidFill>
                  <a:schemeClr val="tx1"/>
                </a:solidFill>
                <a:latin typeface="Arial"/>
                <a:ea typeface="Arial"/>
                <a:cs typeface="Arial"/>
              </a:rPr>
              <a:t>et des</a:t>
            </a:r>
            <a:r>
              <a:rPr sz="1600" b="0" i="0" u="none">
                <a:solidFill>
                  <a:schemeClr val="tx1"/>
                </a:solidFill>
                <a:latin typeface="Arial"/>
                <a:ea typeface="Arial"/>
                <a:cs typeface="Arial"/>
              </a:rPr>
              <a:t> </a:t>
            </a:r>
            <a:r>
              <a:rPr sz="1600" b="0" i="0" u="none">
                <a:solidFill>
                  <a:schemeClr val="tx1"/>
                </a:solidFill>
                <a:latin typeface="Arial"/>
                <a:ea typeface="Arial"/>
                <a:cs typeface="Arial"/>
              </a:rPr>
              <a:t>certificats </a:t>
            </a:r>
            <a:r>
              <a:rPr sz="1600" b="0" i="0" u="none">
                <a:solidFill>
                  <a:schemeClr val="tx1"/>
                </a:solidFill>
                <a:latin typeface="Arial"/>
                <a:ea typeface="Arial"/>
                <a:cs typeface="Arial"/>
              </a:rPr>
              <a:t>(ex: dans TLS/HTTPS) </a:t>
            </a:r>
            <a:endParaRPr b="0">
              <a:solidFill>
                <a:schemeClr val="tx1"/>
              </a:solidFill>
            </a:endParaRPr>
          </a:p>
        </p:txBody>
      </p:sp>
      <p:pic>
        <p:nvPicPr>
          <p:cNvPr id="1610994626" name="Image 13" descr="Une image contenant texte, Police, capture d’écran, Graphique&#10;&#10;Le contenu généré par l’IA peut être incorrect."/>
          <p:cNvPicPr>
            <a:picLocks noChangeAspect="1"/>
          </p:cNvPicPr>
          <p:nvPr/>
        </p:nvPicPr>
        <p:blipFill rotWithShape="1">
          <a:blip r:embed="rId4"/>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1055830899" grpId="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5240925" name="Espace réservé du numéro de diapositive 6"/>
          <p:cNvSpPr>
            <a:spLocks noGrp="1"/>
          </p:cNvSpPr>
          <p:nvPr>
            <p:ph type="sldNum" sz="quarter" idx="12"/>
          </p:nvPr>
        </p:nvSpPr>
        <p:spPr bwMode="auto"/>
        <p:txBody>
          <a:bodyPr/>
          <a:lstStyle/>
          <a:p>
            <a:pPr rtl="0">
              <a:defRPr/>
            </a:pPr>
            <a:fld id="{849126B7-9DCB-74C4-D62B-4CC7DF36D5CF}" type="slidenum">
              <a:rPr lang="en-US"/>
              <a:t/>
            </a:fld>
            <a:endParaRPr lang="en-US"/>
          </a:p>
        </p:txBody>
      </p:sp>
      <p:sp>
        <p:nvSpPr>
          <p:cNvPr id="1071533409" name="Titre 1"/>
          <p:cNvSpPr>
            <a:spLocks noGrp="1"/>
          </p:cNvSpPr>
          <p:nvPr>
            <p:ph type="title"/>
          </p:nvPr>
        </p:nvSpPr>
        <p:spPr bwMode="auto">
          <a:xfrm>
            <a:off x="612648" y="-1133856"/>
            <a:ext cx="10652760" cy="914400"/>
          </a:xfrm>
        </p:spPr>
        <p:txBody>
          <a:bodyPr/>
          <a:lstStyle>
            <a:lvl1pPr>
              <a:defRPr>
                <a:solidFill>
                  <a:schemeClr val="tx1"/>
                </a:solidFill>
              </a:defRPr>
            </a:lvl1pPr>
          </a:lstStyle>
          <a:p>
            <a:pPr>
              <a:defRPr/>
            </a:pPr>
            <a:endParaRPr/>
          </a:p>
        </p:txBody>
      </p:sp>
      <p:graphicFrame>
        <p:nvGraphicFramePr>
          <p:cNvPr id="110932165" name=""/>
          <p:cNvGraphicFramePr>
            <a:graphicFrameLocks xmlns:a="http://schemas.openxmlformats.org/drawingml/2006/main"/>
          </p:cNvGraphicFramePr>
          <p:nvPr/>
        </p:nvGraphicFramePr>
        <p:xfrm>
          <a:off x="909406" y="1600200"/>
          <a:ext cx="10382249" cy="4210049"/>
        </p:xfrm>
        <a:graphic>
          <a:graphicData uri="http://schemas.openxmlformats.org/drawingml/2006/table">
            <a:tbl>
              <a:tblPr firstRow="1" firstCol="1" lastRow="0" lastCol="0" bandRow="1" bandCol="0"/>
              <a:tblGrid>
                <a:gridCol w="2108891"/>
                <a:gridCol w="2640260"/>
                <a:gridCol w="2842750"/>
                <a:gridCol w="2790345"/>
              </a:tblGrid>
              <a:tr h="467379">
                <a:tc>
                  <a:txBody>
                    <a:bodyPr/>
                    <a:p>
                      <a:pPr>
                        <a:defRPr/>
                      </a:pPr>
                      <a:r>
                        <a:rPr sz="1600" b="1" i="0" u="none">
                          <a:solidFill>
                            <a:srgbClr val="FFFFFF"/>
                          </a:solidFill>
                          <a:latin typeface="Arial"/>
                          <a:ea typeface="Arial"/>
                          <a:cs typeface="Arial"/>
                        </a:rPr>
                        <a:t>Critère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c>
                  <a:txBody>
                    <a:bodyPr/>
                    <a:p>
                      <a:pPr>
                        <a:defRPr/>
                      </a:pPr>
                      <a:r>
                        <a:rPr sz="1600" b="1" i="0" u="none">
                          <a:solidFill>
                            <a:srgbClr val="FFFFFF"/>
                          </a:solidFill>
                          <a:latin typeface="Arial"/>
                          <a:ea typeface="Arial"/>
                          <a:cs typeface="Arial"/>
                        </a:rPr>
                        <a:t>Diffie-Hellman (DH)</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c>
                  <a:txBody>
                    <a:bodyPr/>
                    <a:p>
                      <a:pPr>
                        <a:defRPr/>
                      </a:pPr>
                      <a:r>
                        <a:rPr sz="1600" b="1" i="0" u="none">
                          <a:solidFill>
                            <a:srgbClr val="FFFFFF"/>
                          </a:solidFill>
                          <a:latin typeface="Arial"/>
                          <a:ea typeface="Arial"/>
                          <a:cs typeface="Arial"/>
                        </a:rPr>
                        <a:t>RSA</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c>
                  <a:txBody>
                    <a:bodyPr/>
                    <a:p>
                      <a:pPr>
                        <a:defRPr/>
                      </a:pPr>
                      <a:r>
                        <a:rPr sz="1600" b="1" i="0" u="none">
                          <a:solidFill>
                            <a:srgbClr val="FFFFFF"/>
                          </a:solidFill>
                          <a:latin typeface="Arial"/>
                          <a:ea typeface="Arial"/>
                          <a:cs typeface="Arial"/>
                        </a:rPr>
                        <a:t>Vigenère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solidFill>
                      <a:schemeClr val="accent1">
                        <a:lumMod val="60000"/>
                        <a:lumOff val="40000"/>
                      </a:schemeClr>
                    </a:solidFill>
                  </a:tcPr>
                </a:tc>
              </a:tr>
              <a:tr h="977246">
                <a:tc>
                  <a:txBody>
                    <a:bodyPr/>
                    <a:p>
                      <a:pPr>
                        <a:defRPr/>
                      </a:pPr>
                      <a:r>
                        <a:rPr sz="1600" b="1" i="0" u="none">
                          <a:solidFill>
                            <a:srgbClr val="FFFFFF"/>
                          </a:solidFill>
                          <a:latin typeface="Arial"/>
                          <a:ea typeface="Arial"/>
                          <a:cs typeface="Arial"/>
                        </a:rPr>
                        <a:t>Famille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Asymétrique (clés publique/privée)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Asymétrique (clés publique/privée)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Symétrique (cryptographie classique)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722312">
                <a:tc>
                  <a:txBody>
                    <a:bodyPr/>
                    <a:p>
                      <a:pPr>
                        <a:defRPr/>
                      </a:pPr>
                      <a:r>
                        <a:rPr sz="1600" b="1" i="0" u="none">
                          <a:solidFill>
                            <a:srgbClr val="FFFFFF"/>
                          </a:solidFill>
                          <a:latin typeface="Arial"/>
                          <a:ea typeface="Arial"/>
                          <a:cs typeface="Arial"/>
                        </a:rPr>
                        <a:t>But principal</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1" i="0" u="none">
                          <a:solidFill>
                            <a:srgbClr val="FFFFFF"/>
                          </a:solidFill>
                          <a:latin typeface="Arial"/>
                          <a:ea typeface="Arial"/>
                          <a:cs typeface="Arial"/>
                        </a:rPr>
                        <a:t>Échange</a:t>
                      </a:r>
                      <a:r>
                        <a:rPr sz="1600" b="0" i="0" u="none">
                          <a:solidFill>
                            <a:srgbClr val="FFFFFF"/>
                          </a:solidFill>
                          <a:latin typeface="Arial"/>
                          <a:ea typeface="Arial"/>
                          <a:cs typeface="Arial"/>
                        </a:rPr>
                        <a:t> </a:t>
                      </a:r>
                      <a:r>
                        <a:rPr sz="1600" b="0" i="0" u="none">
                          <a:solidFill>
                            <a:srgbClr val="FFFFFF"/>
                          </a:solidFill>
                          <a:latin typeface="Arial"/>
                          <a:ea typeface="Arial"/>
                          <a:cs typeface="Arial"/>
                        </a:rPr>
                        <a:t>de clé secrète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1" i="0" u="none">
                          <a:solidFill>
                            <a:srgbClr val="FFFFFF"/>
                          </a:solidFill>
                          <a:latin typeface="Arial"/>
                          <a:ea typeface="Arial"/>
                          <a:cs typeface="Arial"/>
                        </a:rPr>
                        <a:t>Chiffrement</a:t>
                      </a:r>
                      <a:r>
                        <a:rPr sz="1600" b="0" i="0" u="none">
                          <a:solidFill>
                            <a:srgbClr val="FFFFFF"/>
                          </a:solidFill>
                          <a:latin typeface="Arial"/>
                          <a:ea typeface="Arial"/>
                          <a:cs typeface="Arial"/>
                        </a:rPr>
                        <a:t> </a:t>
                      </a:r>
                      <a:r>
                        <a:rPr sz="1600" b="0" i="0" u="none">
                          <a:solidFill>
                            <a:srgbClr val="FFFFFF"/>
                          </a:solidFill>
                          <a:latin typeface="Arial"/>
                          <a:ea typeface="Arial"/>
                          <a:cs typeface="Arial"/>
                        </a:rPr>
                        <a:t>direct &amp;</a:t>
                      </a:r>
                      <a:r>
                        <a:rPr sz="1600" b="0" i="0" u="none">
                          <a:solidFill>
                            <a:srgbClr val="FFFFFF"/>
                          </a:solidFill>
                          <a:latin typeface="Arial"/>
                          <a:ea typeface="Arial"/>
                          <a:cs typeface="Arial"/>
                        </a:rPr>
                        <a:t> </a:t>
                      </a:r>
                      <a:r>
                        <a:rPr sz="1600" b="1" i="0" u="none">
                          <a:solidFill>
                            <a:srgbClr val="FFFFFF"/>
                          </a:solidFill>
                          <a:latin typeface="Arial"/>
                          <a:ea typeface="Arial"/>
                          <a:cs typeface="Arial"/>
                        </a:rPr>
                        <a:t>Signature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1" i="0" u="none">
                          <a:solidFill>
                            <a:srgbClr val="FFFFFF"/>
                          </a:solidFill>
                          <a:latin typeface="Arial"/>
                          <a:ea typeface="Arial"/>
                          <a:cs typeface="Arial"/>
                        </a:rPr>
                        <a:t>Chiffrement</a:t>
                      </a:r>
                      <a:r>
                        <a:rPr sz="1600" b="0" i="0" u="none">
                          <a:solidFill>
                            <a:srgbClr val="FFFFFF"/>
                          </a:solidFill>
                          <a:latin typeface="Arial"/>
                          <a:ea typeface="Arial"/>
                          <a:cs typeface="Arial"/>
                        </a:rPr>
                        <a:t> </a:t>
                      </a:r>
                      <a:r>
                        <a:rPr sz="1600" b="0" i="0" u="none">
                          <a:solidFill>
                            <a:srgbClr val="FFFFFF"/>
                          </a:solidFill>
                          <a:latin typeface="Arial"/>
                          <a:ea typeface="Arial"/>
                          <a:cs typeface="Arial"/>
                        </a:rPr>
                        <a:t>direct de texte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722312">
                <a:tc>
                  <a:txBody>
                    <a:bodyPr/>
                    <a:p>
                      <a:pPr>
                        <a:defRPr/>
                      </a:pPr>
                      <a:r>
                        <a:rPr sz="1600" b="1" i="0" u="none">
                          <a:solidFill>
                            <a:srgbClr val="FFFFFF"/>
                          </a:solidFill>
                          <a:latin typeface="Arial"/>
                          <a:ea typeface="Arial"/>
                          <a:cs typeface="Arial"/>
                        </a:rPr>
                        <a:t>Fondation mathématique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Problème du logarithme discret</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Factorisation de nombres premiers</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Décalage alphabétique modulaire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722312">
                <a:tc>
                  <a:txBody>
                    <a:bodyPr/>
                    <a:p>
                      <a:pPr>
                        <a:defRPr/>
                      </a:pPr>
                      <a:r>
                        <a:rPr sz="1600" b="1" i="0" u="none">
                          <a:solidFill>
                            <a:srgbClr val="FFFFFF"/>
                          </a:solidFill>
                          <a:latin typeface="Arial"/>
                          <a:ea typeface="Arial"/>
                          <a:cs typeface="Arial"/>
                        </a:rPr>
                        <a:t>Vulnérabilité principale</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Man-in-the-Middle (si non authentifié)</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Ordinateurs quantiques (algo de Shor)</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Analyse de fréquences (Kasiski)</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r h="722312">
                <a:tc>
                  <a:txBody>
                    <a:bodyPr/>
                    <a:p>
                      <a:pPr>
                        <a:defRPr/>
                      </a:pPr>
                      <a:r>
                        <a:rPr sz="1600" b="1" i="0" u="none">
                          <a:solidFill>
                            <a:srgbClr val="FFFFFF"/>
                          </a:solidFill>
                          <a:latin typeface="Arial"/>
                          <a:ea typeface="Arial"/>
                          <a:cs typeface="Arial"/>
                        </a:rPr>
                        <a:t>Vitesse CPU</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Rapide pour générer la clé</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Très lourd et lent</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c>
                  <a:txBody>
                    <a:bodyPr/>
                    <a:p>
                      <a:pPr>
                        <a:defRPr/>
                      </a:pPr>
                      <a:r>
                        <a:rPr sz="1600" b="0" i="0" u="none">
                          <a:solidFill>
                            <a:srgbClr val="FFFFFF"/>
                          </a:solidFill>
                          <a:latin typeface="Arial"/>
                          <a:ea typeface="Arial"/>
                          <a:cs typeface="Arial"/>
                        </a:rPr>
                        <a:t>Instantané (faisable à la main)</a:t>
                      </a:r>
                      <a:endParaRPr sz="2200"/>
                    </a:p>
                  </a:txBody>
                  <a:tcPr marL="76199" marR="76199" marT="76199" marB="76199" anchor="ctr">
                    <a:lnL w="9524" algn="ctr">
                      <a:solidFill>
                        <a:srgbClr val="DDDDDD"/>
                      </a:solidFill>
                    </a:lnL>
                    <a:lnR w="9524" algn="ctr">
                      <a:solidFill>
                        <a:srgbClr val="DDDDDD"/>
                      </a:solidFill>
                    </a:lnR>
                    <a:lnT w="9524" algn="ctr">
                      <a:solidFill>
                        <a:srgbClr val="DDDDDD"/>
                      </a:solidFill>
                    </a:lnT>
                    <a:lnB w="9524" algn="ctr">
                      <a:solidFill>
                        <a:srgbClr val="DDDDDD"/>
                      </a:solidFill>
                    </a:lnB>
                  </a:tcPr>
                </a:tc>
              </a:tr>
            </a:tbl>
          </a:graphicData>
        </a:graphic>
      </p:graphicFrame>
      <p:sp>
        <p:nvSpPr>
          <p:cNvPr id="2098141636" name="Title 1"/>
          <p:cNvSpPr>
            <a:spLocks noGrp="1"/>
          </p:cNvSpPr>
          <p:nvPr/>
        </p:nvSpPr>
        <p:spPr bwMode="auto">
          <a:xfrm flipH="0" flipV="0">
            <a:off x="909406" y="763142"/>
            <a:ext cx="6711567" cy="1389582"/>
          </a:xfrm>
        </p:spPr>
        <p:txBody>
          <a:bodyPr vert="horz" lIns="91440" tIns="45720" rIns="91440" bIns="45720" rtlCol="0" anchor="t">
            <a:normAutofit/>
          </a:bodyPr>
          <a:lstStyle>
            <a:lvl1pPr algn="l" defTabSz="914400" rtl="0">
              <a:lnSpc>
                <a:spcPct val="85000"/>
              </a:lnSpc>
              <a:spcBef>
                <a:spcPts val="0"/>
              </a:spcBef>
              <a:buNone/>
              <a:defRPr sz="3000" b="0" spc="-109">
                <a:solidFill>
                  <a:schemeClr val="tx1"/>
                </a:solidFill>
                <a:latin typeface="+mj-lt"/>
                <a:ea typeface="+mj-ea"/>
                <a:cs typeface="+mj-cs"/>
              </a:defRPr>
            </a:lvl1pPr>
          </a:lstStyle>
          <a:p>
            <a:pPr>
              <a:defRPr/>
            </a:pPr>
            <a:r>
              <a:rPr lang="fr-FR">
                <a:latin typeface="Bai Jamjuree SemiBold"/>
                <a:ea typeface="Bai Jamjuree SemiBold"/>
                <a:cs typeface="Bai Jamjuree SemiBold"/>
              </a:rPr>
              <a:t>Comparaison </a:t>
            </a:r>
            <a:r>
              <a:rPr lang="fr-FR"/>
              <a:t>avec d’autres alogrithmes</a:t>
            </a:r>
            <a:endParaRPr/>
          </a:p>
        </p:txBody>
      </p:sp>
      <p:pic>
        <p:nvPicPr>
          <p:cNvPr id="1293038131"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6172836" name="Title 1"/>
          <p:cNvSpPr>
            <a:spLocks noGrp="1"/>
          </p:cNvSpPr>
          <p:nvPr>
            <p:ph type="title"/>
          </p:nvPr>
        </p:nvSpPr>
        <p:spPr bwMode="auto">
          <a:xfrm>
            <a:off x="409980" y="4311805"/>
            <a:ext cx="8585337" cy="2368300"/>
          </a:xfrm>
        </p:spPr>
        <p:txBody>
          <a:bodyPr anchor="b">
            <a:normAutofit/>
          </a:bodyPr>
          <a:lstStyle/>
          <a:p>
            <a:pPr>
              <a:defRPr/>
            </a:pPr>
            <a:r>
              <a:rPr lang="en-US">
                <a:latin typeface="Bai Jamjuree SemiBold"/>
                <a:ea typeface="Bai Jamjuree SemiBold"/>
                <a:cs typeface="Bai Jamjuree SemiBold"/>
              </a:rPr>
              <a:t>Synthèse générale</a:t>
            </a:r>
            <a:endParaRPr>
              <a:latin typeface="Bai Jamjuree SemiBold"/>
              <a:cs typeface="Bai Jamjuree SemiBold"/>
            </a:endParaRPr>
          </a:p>
        </p:txBody>
      </p:sp>
      <p:sp>
        <p:nvSpPr>
          <p:cNvPr id="203874441" name="Slide Number Placeholder 5"/>
          <p:cNvSpPr>
            <a:spLocks noGrp="1"/>
          </p:cNvSpPr>
          <p:nvPr>
            <p:ph type="sldNum" sz="quarter" idx="12"/>
          </p:nvPr>
        </p:nvSpPr>
        <p:spPr bwMode="auto">
          <a:xfrm>
            <a:off x="11291658" y="219456"/>
            <a:ext cx="555948" cy="338328"/>
          </a:xfrm>
        </p:spPr>
        <p:txBody>
          <a:bodyPr anchor="ctr">
            <a:normAutofit/>
          </a:bodyPr>
          <a:lstStyle/>
          <a:p>
            <a:pPr rtl="0">
              <a:spcAft>
                <a:spcPts val="600"/>
              </a:spcAft>
              <a:defRPr/>
            </a:pPr>
            <a:fld id="{8E274F5D-21DC-40EF-8DBA-AB9BB119E939}" type="slidenum">
              <a:rPr lang="en-US"/>
              <a:t>16</a:t>
            </a:fld>
            <a:endParaRPr lang="en-US"/>
          </a:p>
        </p:txBody>
      </p:sp>
      <p:pic>
        <p:nvPicPr>
          <p:cNvPr id="1524096026"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bldLst>
      <p:bldP spid="1866172836" grpId="0"/>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8443796" name=""/>
          <p:cNvSpPr/>
          <p:nvPr/>
        </p:nvSpPr>
        <p:spPr bwMode="auto">
          <a:xfrm rot="0" flipH="0" flipV="0">
            <a:off x="4097374" y="733424"/>
            <a:ext cx="3952874" cy="5372100"/>
          </a:xfrm>
          <a:prstGeom prst="flowChartAlternateProcess">
            <a:avLst/>
          </a:prstGeom>
          <a:solidFill>
            <a:schemeClr val="accent1">
              <a:lumMod val="75000"/>
            </a:schemeClr>
          </a:solidFill>
          <a:ln w="12700" cap="flat" cmpd="sng" algn="ctr">
            <a:solidFill>
              <a:schemeClr val="accent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45194650" name="Title 1"/>
          <p:cNvSpPr>
            <a:spLocks noGrp="1"/>
          </p:cNvSpPr>
          <p:nvPr>
            <p:ph type="title"/>
          </p:nvPr>
        </p:nvSpPr>
        <p:spPr bwMode="auto">
          <a:xfrm>
            <a:off x="259088" y="193521"/>
            <a:ext cx="4419600" cy="1640774"/>
          </a:xfrm>
        </p:spPr>
        <p:txBody>
          <a:bodyPr anchor="t">
            <a:normAutofit/>
          </a:bodyPr>
          <a:lstStyle/>
          <a:p>
            <a:pPr>
              <a:defRPr/>
            </a:pPr>
            <a:r>
              <a:rPr lang="fr-FR">
                <a:latin typeface="Bai Jamjuree SemiBold"/>
                <a:ea typeface="Bai Jamjuree SemiBold"/>
                <a:cs typeface="Bai Jamjuree SemiBold"/>
              </a:rPr>
              <a:t>Conclusion</a:t>
            </a:r>
            <a:endParaRPr/>
          </a:p>
        </p:txBody>
      </p:sp>
      <p:sp>
        <p:nvSpPr>
          <p:cNvPr id="1694794776" name="Slide Number Placeholder 4"/>
          <p:cNvSpPr>
            <a:spLocks noGrp="1"/>
          </p:cNvSpPr>
          <p:nvPr>
            <p:ph type="sldNum" sz="quarter" idx="12"/>
          </p:nvPr>
        </p:nvSpPr>
        <p:spPr bwMode="auto">
          <a:xfrm>
            <a:off x="11291657" y="214858"/>
            <a:ext cx="555948" cy="338328"/>
          </a:xfrm>
        </p:spPr>
        <p:txBody>
          <a:bodyPr anchor="ctr">
            <a:normAutofit/>
          </a:bodyPr>
          <a:lstStyle/>
          <a:p>
            <a:pPr rtl="0">
              <a:spcAft>
                <a:spcPts val="600"/>
              </a:spcAft>
              <a:defRPr/>
            </a:pPr>
            <a:fld id="{8E274F5D-21DC-40EF-8DBA-AB9BB119E939}" type="slidenum">
              <a:rPr lang="en-US"/>
              <a:t>17</a:t>
            </a:fld>
            <a:endParaRPr lang="en-US"/>
          </a:p>
        </p:txBody>
      </p:sp>
      <p:sp>
        <p:nvSpPr>
          <p:cNvPr id="1354553711" name="Espace réservé du contenu 7"/>
          <p:cNvSpPr>
            <a:spLocks noGrp="1"/>
          </p:cNvSpPr>
          <p:nvPr>
            <p:ph sz="quarter" idx="14"/>
          </p:nvPr>
        </p:nvSpPr>
        <p:spPr bwMode="auto">
          <a:xfrm flipH="0" flipV="0">
            <a:off x="435875" y="866774"/>
            <a:ext cx="3575124" cy="5143500"/>
          </a:xfrm>
        </p:spPr>
        <p:txBody>
          <a:bodyPr rtlCol="0"/>
          <a:lstStyle/>
          <a:p>
            <a:pPr>
              <a:defRPr/>
            </a:pPr>
            <a:r>
              <a:rPr sz="1700" b="1">
                <a:latin typeface="Noto Sans Adlam"/>
                <a:ea typeface="Noto Sans Adlam"/>
                <a:cs typeface="Noto Sans Adlam"/>
              </a:rPr>
              <a:t>Concept central</a:t>
            </a:r>
            <a:endParaRPr sz="1700" b="1">
              <a:latin typeface="Noto Sans Adlam"/>
              <a:cs typeface="Noto Sans Adlam"/>
            </a:endParaRPr>
          </a:p>
          <a:p>
            <a:pPr>
              <a:defRPr/>
            </a:pPr>
            <a:endParaRPr sz="1800" b="1">
              <a:latin typeface="Noto Sans Adlam"/>
              <a:cs typeface="Noto Sans Adlam"/>
            </a:endParaRPr>
          </a:p>
          <a:p>
            <a:pPr marL="283879" indent="-283879">
              <a:buFont typeface="Arial"/>
              <a:buChar char="•"/>
              <a:defRPr/>
            </a:pPr>
            <a:r>
              <a:rPr sz="1800" b="1">
                <a:latin typeface="Noto Sans Adlam"/>
                <a:ea typeface="Noto Sans Adlam"/>
                <a:cs typeface="Noto Sans Adlam"/>
              </a:rPr>
              <a:t>But : </a:t>
            </a:r>
            <a:r>
              <a:rPr sz="1800" b="0">
                <a:latin typeface="Noto Sans Adlam"/>
                <a:ea typeface="Noto Sans Adlam"/>
                <a:cs typeface="Noto Sans Adlam"/>
              </a:rPr>
              <a:t>Créer un secret sans jamais l’envoyer </a:t>
            </a:r>
            <a:endParaRPr sz="1800" b="0">
              <a:latin typeface="Noto Sans Adlam"/>
              <a:cs typeface="Noto Sans Adlam"/>
            </a:endParaRPr>
          </a:p>
          <a:p>
            <a:pPr marL="283879" indent="-283879">
              <a:buFont typeface="Arial"/>
              <a:buChar char="•"/>
              <a:defRPr/>
            </a:pPr>
            <a:r>
              <a:rPr sz="1800" b="1">
                <a:latin typeface="Noto Sans Adlam"/>
                <a:ea typeface="Noto Sans Adlam"/>
                <a:cs typeface="Noto Sans Adlam"/>
              </a:rPr>
              <a:t>Analogie </a:t>
            </a:r>
            <a:r>
              <a:rPr sz="1800" b="0">
                <a:latin typeface="Noto Sans Adlam"/>
                <a:ea typeface="Noto Sans Adlam"/>
                <a:cs typeface="Noto Sans Adlam"/>
              </a:rPr>
              <a:t>: Mélanger des couleurs, simple à faire, irréversible</a:t>
            </a:r>
            <a:endParaRPr sz="1800" b="0">
              <a:latin typeface="Noto Sans Adlam"/>
              <a:cs typeface="Noto Sans Adlam"/>
            </a:endParaRPr>
          </a:p>
          <a:p>
            <a:pPr>
              <a:defRPr/>
            </a:pPr>
            <a:endParaRPr sz="1800" b="0">
              <a:latin typeface="Noto Sans Adlam"/>
              <a:cs typeface="Noto Sans Adlam"/>
            </a:endParaRPr>
          </a:p>
          <a:p>
            <a:pPr marL="283879" indent="-283879">
              <a:buFont typeface="Arial"/>
              <a:buChar char="•"/>
              <a:defRPr/>
            </a:pPr>
            <a:r>
              <a:rPr sz="1800" b="0">
                <a:latin typeface="Noto Sans Adlam"/>
                <a:ea typeface="Noto Sans Adlam"/>
                <a:cs typeface="Noto Sans Adlam"/>
              </a:rPr>
              <a:t>Alice et Bob calculent la clé individuellement à partir de valeurs publiques et privées</a:t>
            </a:r>
            <a:endParaRPr sz="1800" b="0">
              <a:latin typeface="Noto Sans Adlam"/>
              <a:cs typeface="Noto Sans Adlam"/>
            </a:endParaRPr>
          </a:p>
          <a:p>
            <a:pPr marL="283879" indent="-283879">
              <a:buFont typeface="Arial"/>
              <a:buChar char="•"/>
              <a:defRPr/>
            </a:pPr>
            <a:r>
              <a:rPr sz="1800" b="0">
                <a:latin typeface="Noto Sans Adlam"/>
                <a:ea typeface="Noto Sans Adlam"/>
                <a:cs typeface="Noto Sans Adlam"/>
              </a:rPr>
              <a:t>Calcul simple mais irréversible</a:t>
            </a:r>
            <a:endParaRPr b="0">
              <a:latin typeface="Noto Sans Adlam"/>
              <a:cs typeface="Noto Sans Adlam"/>
            </a:endParaRPr>
          </a:p>
        </p:txBody>
      </p:sp>
      <p:pic>
        <p:nvPicPr>
          <p:cNvPr id="791463888" name="Image 13" descr="Une image contenant texte, Police, capture d’écran, Graphique&#10;&#10;Le contenu généré par l’IA peut être incorrect."/>
          <p:cNvPicPr>
            <a:picLocks noChangeAspect="1"/>
          </p:cNvPicPr>
          <p:nvPr/>
        </p:nvPicPr>
        <p:blipFill rotWithShape="1">
          <a:blip r:embed="rId3"/>
          <a:stretch/>
        </p:blipFill>
        <p:spPr bwMode="auto">
          <a:xfrm flipH="0" flipV="0">
            <a:off x="10217694" y="6051189"/>
            <a:ext cx="1686348" cy="575046"/>
          </a:xfrm>
          <a:prstGeom prst="rect">
            <a:avLst/>
          </a:prstGeom>
        </p:spPr>
      </p:pic>
      <p:sp>
        <p:nvSpPr>
          <p:cNvPr id="1625511720" name="Espace réservé du contenu 7"/>
          <p:cNvSpPr>
            <a:spLocks noGrp="1"/>
          </p:cNvSpPr>
          <p:nvPr>
            <p:ph sz="quarter" idx="14"/>
          </p:nvPr>
        </p:nvSpPr>
        <p:spPr bwMode="auto">
          <a:xfrm flipH="0" flipV="0">
            <a:off x="8121575" y="814213"/>
            <a:ext cx="3575124" cy="5377036"/>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p>
            <a:pPr>
              <a:defRPr/>
            </a:pPr>
            <a:r>
              <a:rPr sz="1800" b="1">
                <a:latin typeface="Noto Sans Adlam"/>
                <a:ea typeface="Noto Sans Adlam"/>
                <a:cs typeface="Noto Sans Adlam"/>
              </a:rPr>
              <a:t>Forces et faiblesses</a:t>
            </a:r>
            <a:endParaRPr sz="2000" b="1">
              <a:latin typeface="Noto Sans Adlam"/>
              <a:ea typeface="Noto Sans Adlam"/>
              <a:cs typeface="Noto Sans Adlam"/>
            </a:endParaRPr>
          </a:p>
          <a:p>
            <a:pPr>
              <a:defRPr/>
            </a:pPr>
            <a:endParaRPr sz="1800" b="1">
              <a:latin typeface="Noto Sans Adlam"/>
              <a:cs typeface="Noto Sans Adlam"/>
            </a:endParaRPr>
          </a:p>
          <a:p>
            <a:pPr marL="173735" marR="0" indent="-173735" algn="l" defTabSz="914400" rtl="0">
              <a:lnSpc>
                <a:spcPct val="108999"/>
              </a:lnSpc>
              <a:spcBef>
                <a:spcPts val="999"/>
              </a:spcBef>
              <a:spcAft>
                <a:spcPts val="0"/>
              </a:spcAft>
              <a:buClr>
                <a:schemeClr val="tx1"/>
              </a:buClr>
              <a:buFont typeface="Arial"/>
              <a:buChar char="+"/>
              <a:defRPr/>
            </a:pPr>
            <a:r>
              <a:rPr lang="fr-FR" sz="1200" b="1" i="0" u="none" strike="noStrike" cap="none" spc="0">
                <a:solidFill>
                  <a:schemeClr val="tx1"/>
                </a:solidFill>
                <a:latin typeface="Noto Sans Adlam"/>
                <a:ea typeface="Noto Sans Adlam"/>
                <a:cs typeface="Noto Sans Adlam"/>
              </a:rPr>
              <a:t>Permet de créer une clé secrète sur un réseau 100% sur écoute</a:t>
            </a:r>
            <a:endParaRPr sz="1400" b="1" i="0" u="none" strike="noStrike" cap="none" spc="0">
              <a:solidFill>
                <a:schemeClr val="tx1"/>
              </a:solidFill>
              <a:latin typeface="Noto Sans Adlam"/>
              <a:cs typeface="Noto Sans Adlam"/>
            </a:endParaRPr>
          </a:p>
          <a:p>
            <a:pPr marL="173735" marR="0" indent="-173735" algn="l" defTabSz="914400" rtl="0">
              <a:lnSpc>
                <a:spcPct val="108999"/>
              </a:lnSpc>
              <a:spcBef>
                <a:spcPts val="999"/>
              </a:spcBef>
              <a:spcAft>
                <a:spcPts val="0"/>
              </a:spcAft>
              <a:buClr>
                <a:schemeClr val="tx1"/>
              </a:buClr>
              <a:buFont typeface="Arial"/>
              <a:buChar char="+"/>
              <a:defRPr/>
            </a:pPr>
            <a:r>
              <a:rPr lang="fr-FR" sz="1200" b="1" i="0" u="none" strike="noStrike" cap="none" spc="0">
                <a:solidFill>
                  <a:schemeClr val="tx1"/>
                </a:solidFill>
                <a:latin typeface="Noto Sans Adlam"/>
                <a:ea typeface="Noto Sans Adlam"/>
                <a:cs typeface="Noto Sans Adlam"/>
              </a:rPr>
              <a:t>Clés éphémères, un piratage futur ne permet pas de déchiffrer les anciennes sessions enregistrées</a:t>
            </a:r>
            <a:endParaRPr sz="1400" b="1" i="0" u="none" strike="noStrike" cap="none" spc="0">
              <a:solidFill>
                <a:schemeClr val="tx1"/>
              </a:solidFill>
              <a:latin typeface="Noto Sans Adlam"/>
              <a:cs typeface="Noto Sans Adlam"/>
            </a:endParaRPr>
          </a:p>
          <a:p>
            <a:pPr marL="173735" marR="0" indent="-173735" algn="l" defTabSz="914400" rtl="0">
              <a:lnSpc>
                <a:spcPct val="108999"/>
              </a:lnSpc>
              <a:spcBef>
                <a:spcPts val="999"/>
              </a:spcBef>
              <a:spcAft>
                <a:spcPts val="0"/>
              </a:spcAft>
              <a:buClr>
                <a:schemeClr val="tx1"/>
              </a:buClr>
              <a:buFont typeface="Arial"/>
              <a:buChar char="+"/>
              <a:defRPr/>
            </a:pPr>
            <a:r>
              <a:rPr lang="fr-FR" sz="1200" b="1" i="0" u="none" strike="noStrike" cap="none" spc="0">
                <a:solidFill>
                  <a:schemeClr val="tx1"/>
                </a:solidFill>
                <a:latin typeface="Noto Sans Adlam"/>
                <a:ea typeface="Noto Sans Adlam"/>
                <a:cs typeface="Noto Sans Adlam"/>
              </a:rPr>
              <a:t>Le secret final</a:t>
            </a:r>
            <a:r>
              <a:rPr lang="fr-FR" sz="1200" b="1" i="0" u="none" strike="noStrike" cap="none" spc="0">
                <a:solidFill>
                  <a:schemeClr val="tx1"/>
                </a:solidFill>
                <a:latin typeface="Noto Sans Adlam"/>
                <a:ea typeface="Noto Sans Adlam"/>
                <a:cs typeface="Noto Sans Adlam"/>
              </a:rPr>
              <a:t> n'est jamais envoyé sur le réseau</a:t>
            </a:r>
            <a:endParaRPr sz="1400" b="1" i="0" u="none" strike="noStrike" cap="none" spc="0">
              <a:solidFill>
                <a:schemeClr val="tx1"/>
              </a:solidFill>
              <a:latin typeface="Noto Sans Adlam"/>
              <a:cs typeface="Noto Sans Adlam"/>
            </a:endParaRPr>
          </a:p>
          <a:p>
            <a:pPr marL="173735" marR="0" indent="-173735" algn="l" defTabSz="914400" rtl="0">
              <a:lnSpc>
                <a:spcPct val="108999"/>
              </a:lnSpc>
              <a:spcBef>
                <a:spcPts val="999"/>
              </a:spcBef>
              <a:spcAft>
                <a:spcPts val="0"/>
              </a:spcAft>
              <a:buClr>
                <a:schemeClr val="tx1"/>
              </a:buClr>
              <a:buFont typeface="Arial"/>
              <a:buChar char="+"/>
              <a:defRPr/>
            </a:pPr>
            <a:r>
              <a:rPr lang="fr-FR" sz="1200" b="1" i="0" u="none" strike="noStrike" cap="none" spc="0">
                <a:solidFill>
                  <a:schemeClr val="tx1"/>
                </a:solidFill>
                <a:latin typeface="Noto Sans Adlam"/>
                <a:ea typeface="Noto Sans Adlam"/>
                <a:cs typeface="Noto Sans Adlam"/>
              </a:rPr>
              <a:t>Le calcul est extrêmement léger et rapide</a:t>
            </a:r>
            <a:endParaRPr sz="1400" b="1" i="0" u="none" strike="noStrike" cap="none" spc="0">
              <a:solidFill>
                <a:schemeClr val="tx1"/>
              </a:solidFill>
              <a:latin typeface="Noto Sans Adlam"/>
              <a:cs typeface="Noto Sans Adlam"/>
            </a:endParaRPr>
          </a:p>
          <a:p>
            <a:pPr marL="173735" marR="0" indent="-173735" algn="l" defTabSz="914400" rtl="0">
              <a:lnSpc>
                <a:spcPct val="108999"/>
              </a:lnSpc>
              <a:spcBef>
                <a:spcPts val="999"/>
              </a:spcBef>
              <a:spcAft>
                <a:spcPts val="0"/>
              </a:spcAft>
              <a:buClr>
                <a:schemeClr val="tx1"/>
              </a:buClr>
              <a:buFont typeface="Arial"/>
              <a:buChar char="+"/>
              <a:defRPr/>
            </a:pPr>
            <a:r>
              <a:rPr lang="fr-FR" sz="1200" b="1" i="0" u="none" strike="noStrike" cap="none" spc="0">
                <a:solidFill>
                  <a:schemeClr val="tx1"/>
                </a:solidFill>
                <a:latin typeface="Noto Sans Adlam"/>
                <a:ea typeface="Noto Sans Adlam"/>
                <a:cs typeface="Noto Sans Adlam"/>
              </a:rPr>
              <a:t>C'est le pilier cryptographique d'Internet, utilisé dans TLS (HTTPS), SSH, IPsec (VPN)</a:t>
            </a:r>
            <a:endParaRPr sz="1400" b="1" i="0" u="none" strike="noStrike" cap="none" spc="0">
              <a:solidFill>
                <a:schemeClr val="tx1"/>
              </a:solidFill>
              <a:latin typeface="Noto Sans Adlam"/>
              <a:cs typeface="Noto Sans Adlam"/>
            </a:endParaRPr>
          </a:p>
          <a:p>
            <a:pPr marL="173735" indent="-173735">
              <a:buFont typeface="Arial"/>
              <a:buChar char="–"/>
              <a:defRPr/>
            </a:pPr>
            <a:r>
              <a:rPr lang="fr-FR" sz="1200" b="1" i="0" u="none" strike="noStrike" cap="none" spc="0">
                <a:solidFill>
                  <a:schemeClr val="tx1"/>
                </a:solidFill>
                <a:latin typeface="Noto Sans Adlam"/>
                <a:ea typeface="Noto Sans Adlam"/>
                <a:cs typeface="Noto Sans Adlam"/>
              </a:rPr>
              <a:t>Forte vulnérabilité MITM: DH ne vérifie pas l'identité</a:t>
            </a:r>
            <a:endParaRPr sz="1400" b="1" i="0" u="none" strike="noStrike" cap="none" spc="0">
              <a:solidFill>
                <a:schemeClr val="tx1"/>
              </a:solidFill>
              <a:latin typeface="Noto Sans Adlam"/>
              <a:cs typeface="Noto Sans Adlam"/>
            </a:endParaRPr>
          </a:p>
          <a:p>
            <a:pPr marL="173735" indent="-173735">
              <a:buFont typeface="Arial"/>
              <a:buChar char="–"/>
              <a:defRPr/>
            </a:pPr>
            <a:r>
              <a:rPr lang="fr-FR" sz="1200" b="1" i="0" u="none" strike="noStrike" cap="none" spc="0">
                <a:solidFill>
                  <a:schemeClr val="tx1"/>
                </a:solidFill>
                <a:latin typeface="Noto Sans Adlam"/>
                <a:ea typeface="Noto Sans Adlam"/>
                <a:cs typeface="Noto Sans Adlam"/>
              </a:rPr>
              <a:t>L'exponentiation modulaire exige beaucoup de CPU côté serveur, permettant des attaques par épuisement des ressources</a:t>
            </a:r>
            <a:endParaRPr sz="1400" b="1" i="0" u="none" strike="noStrike" cap="none" spc="0">
              <a:solidFill>
                <a:schemeClr val="tx1"/>
              </a:solidFill>
              <a:latin typeface="Noto Sans Adlam"/>
              <a:cs typeface="Noto Sans Adlam"/>
            </a:endParaRPr>
          </a:p>
          <a:p>
            <a:pPr marL="173735" indent="-173735">
              <a:buFont typeface="Arial"/>
              <a:buChar char="–"/>
              <a:defRPr/>
            </a:pPr>
            <a:r>
              <a:rPr lang="fr-FR" sz="1200" b="1" i="0" u="none" strike="noStrike" cap="none" spc="0">
                <a:solidFill>
                  <a:schemeClr val="tx1"/>
                </a:solidFill>
                <a:latin typeface="Noto Sans Adlam"/>
                <a:ea typeface="Noto Sans Adlam"/>
                <a:cs typeface="Noto Sans Adlam"/>
              </a:rPr>
              <a:t>Si les paramètres publics </a:t>
            </a:r>
            <a:r>
              <a:rPr lang="fr-FR" sz="1200" b="1" i="0" u="none" strike="noStrike" cap="none" spc="0">
                <a:solidFill>
                  <a:schemeClr val="tx1"/>
                </a:solidFill>
                <a:latin typeface="Noto Sans Adlam"/>
                <a:ea typeface="Noto Sans Adlam"/>
                <a:cs typeface="Noto Sans Adlam"/>
              </a:rPr>
              <a:t>p</a:t>
            </a:r>
            <a:r>
              <a:rPr lang="fr-FR" sz="1200" b="1" i="0" u="none" strike="noStrike" cap="none" spc="0">
                <a:solidFill>
                  <a:schemeClr val="tx1"/>
                </a:solidFill>
                <a:latin typeface="Noto Sans Adlam"/>
                <a:ea typeface="Noto Sans Adlam"/>
                <a:cs typeface="Noto Sans Adlam"/>
              </a:rPr>
              <a:t> et </a:t>
            </a:r>
            <a:r>
              <a:rPr lang="fr-FR" sz="1200" b="1" i="0" u="none" strike="noStrike" cap="none" spc="0">
                <a:solidFill>
                  <a:schemeClr val="tx1"/>
                </a:solidFill>
                <a:latin typeface="Noto Sans Adlam"/>
                <a:ea typeface="Noto Sans Adlam"/>
                <a:cs typeface="Noto Sans Adlam"/>
              </a:rPr>
              <a:t>g</a:t>
            </a:r>
            <a:r>
              <a:rPr lang="fr-FR" sz="1200" b="1" i="0" u="none" strike="noStrike" cap="none" spc="0">
                <a:solidFill>
                  <a:schemeClr val="tx1"/>
                </a:solidFill>
                <a:latin typeface="Noto Sans Adlam"/>
                <a:ea typeface="Noto Sans Adlam"/>
                <a:cs typeface="Noto Sans Adlam"/>
              </a:rPr>
              <a:t> sont trop petits (&lt; 2048 bits) ou trop réutilisés, des supercalculateurs peuvent casser la clé</a:t>
            </a:r>
            <a:endParaRPr sz="1400" b="1" i="0" u="none" strike="noStrike" cap="none" spc="0">
              <a:solidFill>
                <a:schemeClr val="tx1"/>
              </a:solidFill>
              <a:latin typeface="Noto Sans Adlam"/>
              <a:cs typeface="Noto Sans Adlam"/>
            </a:endParaRPr>
          </a:p>
          <a:p>
            <a:pPr marL="173735" indent="-173735">
              <a:buFont typeface="Arial"/>
              <a:buChar char="–"/>
              <a:defRPr/>
            </a:pPr>
            <a:r>
              <a:rPr lang="fr-FR" sz="1200" b="1" i="0" u="none" strike="noStrike" cap="none" spc="0">
                <a:solidFill>
                  <a:schemeClr val="tx1"/>
                </a:solidFill>
                <a:latin typeface="Noto Sans Adlam"/>
                <a:ea typeface="Noto Sans Adlam"/>
                <a:cs typeface="Noto Sans Adlam"/>
              </a:rPr>
              <a:t>L'algorithme ne peut pas chiffrer un message. Il doit obligatoirement être couplé à un autre algorithme</a:t>
            </a:r>
            <a:endParaRPr sz="1400" b="1" i="0" u="none" strike="noStrike" cap="none" spc="0">
              <a:solidFill>
                <a:schemeClr val="tx1"/>
              </a:solidFill>
              <a:latin typeface="Noto Sans Adlam"/>
              <a:cs typeface="Noto Sans Adlam"/>
            </a:endParaRPr>
          </a:p>
          <a:p>
            <a:pPr marL="173735" indent="-173735">
              <a:buFont typeface="Arial"/>
              <a:buChar char="–"/>
              <a:defRPr/>
            </a:pPr>
            <a:r>
              <a:rPr lang="fr-FR" sz="1200" b="1" i="0" u="none" strike="noStrike" cap="none" spc="0">
                <a:solidFill>
                  <a:schemeClr val="tx1"/>
                </a:solidFill>
                <a:latin typeface="Noto Sans Adlam"/>
                <a:ea typeface="Noto Sans Adlam"/>
                <a:cs typeface="Noto Sans Adlam"/>
              </a:rPr>
              <a:t>Les futurs ordinateurs quantiques casseront totalement Diffie-Hellman</a:t>
            </a:r>
            <a:endParaRPr sz="1800" b="1"/>
          </a:p>
        </p:txBody>
      </p:sp>
      <p:sp>
        <p:nvSpPr>
          <p:cNvPr id="396700707" name="Espace réservé du contenu 7"/>
          <p:cNvSpPr>
            <a:spLocks noGrp="1"/>
          </p:cNvSpPr>
          <p:nvPr>
            <p:ph sz="quarter" idx="14"/>
          </p:nvPr>
        </p:nvSpPr>
        <p:spPr bwMode="auto">
          <a:xfrm flipH="0" flipV="0">
            <a:off x="4286250" y="866774"/>
            <a:ext cx="3575124" cy="5143500"/>
          </a:xfrm>
        </p:spPr>
        <p:txBody>
          <a:bodyPr vertOverflow="overflow" horzOverflow="overflow" vert="horz" wrap="square" lIns="91440" tIns="45720" rIns="91440" bIns="45720" numCol="1" spcCol="0" rtlCol="0" fromWordArt="0" anchor="t" anchorCtr="0" forceAA="0" upright="0" compatLnSpc="0">
            <a:normAutofit/>
          </a:bodyPr>
          <a:lstStyle/>
          <a:p>
            <a:pPr>
              <a:defRPr/>
            </a:pPr>
            <a:r>
              <a:rPr sz="1700" b="1">
                <a:latin typeface="Noto Sans Adlam"/>
                <a:ea typeface="Noto Sans Adlam"/>
                <a:cs typeface="Noto Sans Adlam"/>
              </a:rPr>
              <a:t>Mathématiques </a:t>
            </a:r>
            <a:endParaRPr sz="1700" b="1">
              <a:latin typeface="Noto Sans Adlam"/>
              <a:cs typeface="Noto Sans Adlam"/>
            </a:endParaRPr>
          </a:p>
          <a:p>
            <a:pPr>
              <a:defRPr/>
            </a:pPr>
            <a:endParaRPr sz="1800" b="1">
              <a:latin typeface="Noto Sans Adlam"/>
              <a:cs typeface="Noto Sans Adlam"/>
            </a:endParaRPr>
          </a:p>
          <a:p>
            <a:pPr marL="283879" indent="-283879">
              <a:buFont typeface="Arial"/>
              <a:buChar char="•"/>
              <a:defRPr/>
            </a:pPr>
            <a:r>
              <a:rPr sz="1800" b="1">
                <a:latin typeface="Noto Sans Adlam"/>
                <a:ea typeface="Noto Sans Adlam"/>
                <a:cs typeface="Noto Sans Adlam"/>
              </a:rPr>
              <a:t>Formule : </a:t>
            </a:r>
            <a:endParaRPr sz="1800" b="1">
              <a:latin typeface="Noto Sans Adlam"/>
              <a:cs typeface="Noto Sans Adlam"/>
            </a:endParaRPr>
          </a:p>
          <a:p>
            <a:pPr marL="283879" indent="-283879">
              <a:buFont typeface="Arial"/>
              <a:buChar char="•"/>
              <a:defRPr/>
            </a:pPr>
            <a:r>
              <a:rPr sz="1400" b="1">
                <a:latin typeface="Noto Sans Adlam"/>
                <a:ea typeface="Noto Sans Adlam"/>
                <a:cs typeface="Noto Sans Adlam"/>
              </a:rPr>
              <a:t>P : </a:t>
            </a:r>
            <a:r>
              <a:rPr sz="1400" b="0">
                <a:latin typeface="Noto Sans Adlam"/>
                <a:ea typeface="Noto Sans Adlam"/>
                <a:cs typeface="Noto Sans Adlam"/>
              </a:rPr>
              <a:t>Nombre premier </a:t>
            </a:r>
            <a:endParaRPr sz="1400" b="1">
              <a:latin typeface="Noto Sans Adlam"/>
              <a:cs typeface="Noto Sans Adlam"/>
            </a:endParaRPr>
          </a:p>
          <a:p>
            <a:pPr marL="283879" indent="-283879">
              <a:buFont typeface="Arial"/>
              <a:buChar char="•"/>
              <a:defRPr/>
            </a:pPr>
            <a:r>
              <a:rPr sz="1400" b="1">
                <a:latin typeface="Noto Sans Adlam"/>
                <a:ea typeface="Noto Sans Adlam"/>
                <a:cs typeface="Noto Sans Adlam"/>
              </a:rPr>
              <a:t>G : </a:t>
            </a:r>
            <a:r>
              <a:rPr sz="1400" b="0">
                <a:latin typeface="Noto Sans Adlam"/>
                <a:ea typeface="Noto Sans Adlam"/>
                <a:cs typeface="Noto Sans Adlam"/>
              </a:rPr>
              <a:t>Base </a:t>
            </a:r>
            <a:endParaRPr sz="1400" b="1">
              <a:latin typeface="Noto Sans Adlam"/>
              <a:cs typeface="Noto Sans Adlam"/>
            </a:endParaRPr>
          </a:p>
          <a:p>
            <a:pPr marL="283879" indent="-283879">
              <a:buFont typeface="Arial"/>
              <a:buChar char="•"/>
              <a:defRPr/>
            </a:pPr>
            <a:r>
              <a:rPr sz="1400" b="1">
                <a:latin typeface="Noto Sans Adlam"/>
                <a:ea typeface="Noto Sans Adlam"/>
                <a:cs typeface="Noto Sans Adlam"/>
              </a:rPr>
              <a:t>a : </a:t>
            </a:r>
            <a:r>
              <a:rPr sz="1400" b="0">
                <a:latin typeface="Noto Sans Adlam"/>
                <a:ea typeface="Noto Sans Adlam"/>
                <a:cs typeface="Noto Sans Adlam"/>
              </a:rPr>
              <a:t>Nombre secret Alice</a:t>
            </a:r>
            <a:endParaRPr sz="1400" b="1">
              <a:latin typeface="Noto Sans Adlam"/>
              <a:cs typeface="Noto Sans Adlam"/>
            </a:endParaRPr>
          </a:p>
          <a:p>
            <a:pPr marL="283879" indent="-283879">
              <a:buFont typeface="Arial"/>
              <a:buChar char="•"/>
              <a:defRPr/>
            </a:pPr>
            <a:r>
              <a:rPr sz="1400" b="1">
                <a:latin typeface="Noto Sans Adlam"/>
                <a:ea typeface="Noto Sans Adlam"/>
                <a:cs typeface="Noto Sans Adlam"/>
              </a:rPr>
              <a:t>b : </a:t>
            </a:r>
            <a:r>
              <a:rPr lang="fr-FR" sz="1400" b="0" i="0" u="none" strike="noStrike" cap="none" spc="0">
                <a:solidFill>
                  <a:schemeClr val="tx1"/>
                </a:solidFill>
                <a:latin typeface="Noto Sans Adlam"/>
                <a:ea typeface="Noto Sans Adlam"/>
                <a:cs typeface="Noto Sans Adlam"/>
              </a:rPr>
              <a:t>Nombre secret</a:t>
            </a:r>
            <a:r>
              <a:rPr sz="1400" b="0">
                <a:latin typeface="Noto Sans Adlam"/>
                <a:ea typeface="Noto Sans Adlam"/>
                <a:cs typeface="Noto Sans Adlam"/>
              </a:rPr>
              <a:t> Bob</a:t>
            </a:r>
            <a:endParaRPr sz="1400" b="1">
              <a:latin typeface="Noto Sans Adlam"/>
              <a:cs typeface="Noto Sans Adlam"/>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r>
                        <m:rPr>
                          <m:sty m:val="b"/>
                        </m:rPr>
                        <a:rPr lang="fr-FR" sz="1800" u="none" strike="noStrike" cap="none" spc="0">
                          <a:solidFill>
                            <a:schemeClr val="tx1"/>
                          </a:solidFill>
                          <a:latin typeface="Cambria Math"/>
                          <a:ea typeface="Cambria Math"/>
                          <a:cs typeface="Cambria Math"/>
                        </a:rPr>
                        <m:t>A = </m:t>
                      </m:r>
                      <m:sSup>
                        <m:sSupPr>
                          <m:ctrlPr>
                            <a:rPr lang="fr-FR" sz="1800" b="1" i="1" u="none" strike="noStrike" cap="none" spc="0">
                              <a:solidFill>
                                <a:schemeClr val="tx1"/>
                              </a:solidFill>
                              <a:latin typeface="Cambria Math"/>
                              <a:ea typeface="Cambria Math"/>
                              <a:cs typeface="Cambria Math"/>
                            </a:rPr>
                          </m:ctrlPr>
                        </m:sSupPr>
                        <m:e>
                          <m:r>
                            <m:rPr>
                              <m:sty m:val="bi"/>
                            </m:rPr>
                            <a:rPr lang="fr-FR" sz="1800" u="none" strike="noStrike" cap="none" spc="0">
                              <a:solidFill>
                                <a:schemeClr val="tx1"/>
                              </a:solidFill>
                              <a:latin typeface="Cambria Math"/>
                              <a:ea typeface="Cambria Math"/>
                              <a:cs typeface="Cambria Math"/>
                            </a:rPr>
                            <m:t>G</m:t>
                          </m:r>
                        </m:e>
                        <m:sup>
                          <m:r>
                            <m:rPr>
                              <m:sty m:val="bi"/>
                            </m:rPr>
                            <a:rPr lang="fr-FR" sz="1800" u="none" strike="noStrike" cap="none" spc="0">
                              <a:solidFill>
                                <a:schemeClr val="tx1"/>
                              </a:solidFill>
                              <a:latin typeface="Cambria Math"/>
                              <a:ea typeface="Cambria Math"/>
                              <a:cs typeface="Cambria Math"/>
                            </a:rPr>
                            <m:t>a</m:t>
                          </m:r>
                        </m:sup>
                      </m:sSup>
                      <m:r>
                        <m:rPr>
                          <m:sty m:val="b"/>
                        </m:rPr>
                        <a:rPr lang="fr-FR" sz="1800" u="none" strike="noStrike" cap="none" spc="0">
                          <a:solidFill>
                            <a:schemeClr val="tx1"/>
                          </a:solidFill>
                          <a:latin typeface="Cambria Math"/>
                          <a:ea typeface="Cambria Math"/>
                          <a:cs typeface="Cambria Math"/>
                        </a:rPr>
                        <m:t> % P</m:t>
                      </m:r>
                    </m:oMath>
                  </m:oMathPara>
                </a14:m>
              </mc:Choice>
              <mc:Fallback/>
            </mc:AlternateContent>
            <a:endParaRPr sz="1800" u="none" strike="noStrike" cap="none" spc="0">
              <a:solidFill>
                <a:schemeClr val="tx1"/>
              </a:solidFill>
              <a:latin typeface="Noto Sans Adlam"/>
              <a:cs typeface="Noto Sans Adlam"/>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r>
                        <m:rPr>
                          <m:sty m:val="b"/>
                        </m:rPr>
                        <a:rPr lang="fr-FR" sz="1800" u="none" strike="noStrike" cap="none" spc="0">
                          <a:solidFill>
                            <a:schemeClr val="tx1"/>
                          </a:solidFill>
                          <a:latin typeface="Cambria Math"/>
                          <a:ea typeface="Cambria Math"/>
                          <a:cs typeface="Cambria Math"/>
                        </a:rPr>
                        <m:t>B = </m:t>
                      </m:r>
                      <m:sSup>
                        <m:sSupPr>
                          <m:ctrlPr>
                            <a:rPr lang="fr-FR" sz="1800" b="1" i="1" u="none" strike="noStrike" cap="none" spc="0">
                              <a:solidFill>
                                <a:schemeClr val="tx1"/>
                              </a:solidFill>
                              <a:latin typeface="Cambria Math"/>
                              <a:ea typeface="Cambria Math"/>
                              <a:cs typeface="Cambria Math"/>
                            </a:rPr>
                          </m:ctrlPr>
                        </m:sSupPr>
                        <m:e>
                          <m:r>
                            <m:rPr>
                              <m:sty m:val="bi"/>
                            </m:rPr>
                            <a:rPr lang="fr-FR" sz="1800" u="none" strike="noStrike" cap="none" spc="0">
                              <a:solidFill>
                                <a:schemeClr val="tx1"/>
                              </a:solidFill>
                              <a:latin typeface="Cambria Math"/>
                              <a:ea typeface="Cambria Math"/>
                              <a:cs typeface="Cambria Math"/>
                            </a:rPr>
                            <m:t>G</m:t>
                          </m:r>
                        </m:e>
                        <m:sup>
                          <m:r>
                            <m:rPr>
                              <m:sty m:val="bi"/>
                            </m:rPr>
                            <a:rPr lang="fr-FR" sz="1800" u="none" strike="noStrike" cap="none" spc="0">
                              <a:solidFill>
                                <a:schemeClr val="tx1"/>
                              </a:solidFill>
                              <a:latin typeface="Cambria Math"/>
                              <a:ea typeface="Cambria Math"/>
                              <a:cs typeface="Cambria Math"/>
                            </a:rPr>
                            <m:t>b</m:t>
                          </m:r>
                        </m:sup>
                      </m:sSup>
                      <m:r>
                        <m:rPr>
                          <m:sty m:val="b"/>
                        </m:rPr>
                        <a:rPr lang="fr-FR" sz="1800" u="none" strike="noStrike" cap="none" spc="0">
                          <a:solidFill>
                            <a:schemeClr val="tx1"/>
                          </a:solidFill>
                          <a:latin typeface="Cambria Math"/>
                          <a:ea typeface="Cambria Math"/>
                          <a:cs typeface="Cambria Math"/>
                        </a:rPr>
                        <m:t> % P</m:t>
                      </m:r>
                    </m:oMath>
                  </m:oMathPara>
                </a14:m>
              </mc:Choice>
              <mc:Fallback/>
            </mc:AlternateContent>
            <a:endParaRPr sz="1800" u="none" strike="noStrike" cap="none" spc="0">
              <a:solidFill>
                <a:schemeClr val="tx1"/>
              </a:solidFill>
              <a:latin typeface="Noto Sans Adlam"/>
              <a:cs typeface="Noto Sans Adlam"/>
            </a:endParaRPr>
          </a:p>
          <a:p>
            <a:pPr>
              <a:defRPr/>
            </a:pPr>
            <a:endParaRPr sz="1800" u="none" strike="noStrike" cap="none" spc="0">
              <a:solidFill>
                <a:schemeClr val="tx1"/>
              </a:solidFill>
              <a:latin typeface="Noto Sans Adlam"/>
              <a:cs typeface="Noto Sans Adlam"/>
            </a:endParaRPr>
          </a:p>
          <a:p>
            <a:pPr>
              <a:defRPr/>
            </a:pPr>
            <mc:AlternateContent xmlns:mc="http://schemas.openxmlformats.org/markup-compatibility/2006" xmlns:m="http://schemas.openxmlformats.org/officeDocument/2006/math">
              <mc:Choice xmlns:a14="http://schemas.microsoft.com/office/drawing/2010/main" Requires="a14">
                <a14:m>
                  <m:oMathPara>
                    <m:oMathParaPr/>
                    <m:oMath>
                      <m:sSup>
                        <m:sSupPr>
                          <m:ctrlPr>
                            <a:rPr lang="fr-FR" sz="1800" b="1" i="1" u="none" strike="noStrike" cap="none" spc="0">
                              <a:solidFill>
                                <a:schemeClr val="tx1"/>
                              </a:solidFill>
                              <a:latin typeface="Cambria Math"/>
                              <a:ea typeface="Cambria Math"/>
                              <a:cs typeface="Cambria Math"/>
                            </a:rPr>
                          </m:ctrlPr>
                        </m:sSupPr>
                        <m:e>
                          <m:r>
                            <m:rPr>
                              <m:sty m:val="bi"/>
                            </m:rPr>
                            <a:rPr lang="fr-FR" sz="1800" u="none" strike="noStrike" cap="none" spc="0">
                              <a:solidFill>
                                <a:schemeClr val="tx1"/>
                              </a:solidFill>
                              <a:latin typeface="Cambria Math"/>
                              <a:ea typeface="Cambria Math"/>
                              <a:cs typeface="Cambria Math"/>
                            </a:rPr>
                            <m:t>B</m:t>
                          </m:r>
                        </m:e>
                        <m:sup>
                          <m:r>
                            <m:rPr>
                              <m:sty m:val="bi"/>
                            </m:rPr>
                            <a:rPr lang="fr-FR" sz="1800" u="none" strike="noStrike" cap="none" spc="0">
                              <a:solidFill>
                                <a:schemeClr val="tx1"/>
                              </a:solidFill>
                              <a:latin typeface="Cambria Math"/>
                              <a:ea typeface="Cambria Math"/>
                              <a:cs typeface="Cambria Math"/>
                            </a:rPr>
                            <m:t>a</m:t>
                          </m:r>
                        </m:sup>
                      </m:sSup>
                      <m:r>
                        <m:rPr>
                          <m:sty m:val="b"/>
                        </m:rPr>
                        <a:rPr lang="fr-FR" sz="1800" u="none" strike="noStrike" cap="none" spc="0">
                          <a:solidFill>
                            <a:schemeClr val="tx1"/>
                          </a:solidFill>
                          <a:latin typeface="Cambria Math"/>
                          <a:ea typeface="Cambria Math"/>
                          <a:cs typeface="Cambria Math"/>
                        </a:rPr>
                        <m:t> % P = </m:t>
                      </m:r>
                      <m:sSup>
                        <m:sSupPr>
                          <m:ctrlPr>
                            <a:rPr lang="fr-FR" sz="1800" b="1" i="1" u="none" strike="noStrike" cap="none" spc="0">
                              <a:solidFill>
                                <a:schemeClr val="tx1"/>
                              </a:solidFill>
                              <a:latin typeface="Cambria Math"/>
                              <a:ea typeface="Cambria Math"/>
                              <a:cs typeface="Cambria Math"/>
                            </a:rPr>
                          </m:ctrlPr>
                        </m:sSupPr>
                        <m:e>
                          <m:r>
                            <m:rPr>
                              <m:sty m:val="bi"/>
                            </m:rPr>
                            <a:rPr lang="fr-FR" sz="1800" u="none" strike="noStrike" cap="none" spc="0">
                              <a:solidFill>
                                <a:schemeClr val="tx1"/>
                              </a:solidFill>
                              <a:latin typeface="Cambria Math"/>
                              <a:ea typeface="Cambria Math"/>
                              <a:cs typeface="Cambria Math"/>
                            </a:rPr>
                            <m:t>A</m:t>
                          </m:r>
                        </m:e>
                        <m:sup>
                          <m:r>
                            <m:rPr>
                              <m:sty m:val="bi"/>
                            </m:rPr>
                            <a:rPr lang="fr-FR" sz="1800" u="none" strike="noStrike" cap="none" spc="0">
                              <a:solidFill>
                                <a:schemeClr val="tx1"/>
                              </a:solidFill>
                              <a:latin typeface="Cambria Math"/>
                              <a:ea typeface="Cambria Math"/>
                              <a:cs typeface="Cambria Math"/>
                            </a:rPr>
                            <m:t>b</m:t>
                          </m:r>
                        </m:sup>
                      </m:sSup>
                      <m:r>
                        <m:rPr>
                          <m:sty m:val="b"/>
                        </m:rPr>
                        <a:rPr lang="fr-FR" sz="1800" u="none" strike="noStrike" cap="none" spc="0">
                          <a:solidFill>
                            <a:schemeClr val="tx1"/>
                          </a:solidFill>
                          <a:latin typeface="Cambria Math"/>
                          <a:ea typeface="Cambria Math"/>
                          <a:cs typeface="Cambria Math"/>
                        </a:rPr>
                        <m:t> % P</m:t>
                      </m:r>
                    </m:oMath>
                  </m:oMathPara>
                </a14:m>
              </mc:Choice>
              <mc:Fallback/>
            </mc:AlternateContent>
            <a:endParaRPr sz="1800" b="1">
              <a:latin typeface="Noto Sans Adlam"/>
              <a:cs typeface="Noto Sans Adlam"/>
            </a:endParaRPr>
          </a:p>
          <a:p>
            <a:pPr algn="ctr">
              <a:defRPr/>
            </a:pPr>
            <a:r>
              <a:rPr sz="1600" b="1">
                <a:latin typeface="Noto Sans Adlam"/>
                <a:ea typeface="Noto Sans Adlam"/>
                <a:cs typeface="Noto Sans Adlam"/>
              </a:rPr>
              <a:t>Clé privée </a:t>
            </a:r>
            <a:r>
              <a:rPr sz="1600" b="1">
                <a:latin typeface="Noto Sans Adlam"/>
                <a:ea typeface="Noto Sans Adlam"/>
                <a:cs typeface="Noto Sans Adlam"/>
              </a:rPr>
              <a:t>Alice = Clé privée Bob</a:t>
            </a:r>
            <a:endParaRPr sz="1800" b="1">
              <a:latin typeface="Noto Sans Adlam"/>
              <a:cs typeface="Noto Sans Adlam"/>
            </a:endParaRPr>
          </a:p>
        </p:txBody>
      </p:sp>
      <p:sp>
        <p:nvSpPr>
          <p:cNvPr id="1514332130" name=""/>
          <p:cNvSpPr/>
          <p:nvPr/>
        </p:nvSpPr>
        <p:spPr bwMode="auto">
          <a:xfrm rot="0" flipH="0" flipV="0">
            <a:off x="6287024" y="2200275"/>
            <a:ext cx="342899" cy="342899"/>
          </a:xfrm>
          <a:custGeom>
            <a:avLst/>
            <a:gdLst/>
            <a:ahLst/>
            <a:cxnLst/>
            <a:rect l="0" t="0" r="r" b="b"/>
            <a:pathLst>
              <a:path w="2304000" h="2304000" fill="norm" stroke="1" extrusionOk="0">
                <a:moveTo>
                  <a:pt x="430920" y="949320"/>
                </a:moveTo>
                <a:lnTo>
                  <a:pt x="542160" y="1060560"/>
                </a:lnTo>
                <a:cubicBezTo>
                  <a:pt x="563760" y="1082160"/>
                  <a:pt x="592920" y="1094400"/>
                  <a:pt x="623520" y="1094400"/>
                </a:cubicBezTo>
                <a:lnTo>
                  <a:pt x="700920" y="1094400"/>
                </a:lnTo>
                <a:cubicBezTo>
                  <a:pt x="731520" y="1094400"/>
                  <a:pt x="760680" y="1106640"/>
                  <a:pt x="782280" y="1128240"/>
                </a:cubicBezTo>
                <a:lnTo>
                  <a:pt x="887760" y="1233720"/>
                </a:lnTo>
                <a:cubicBezTo>
                  <a:pt x="909360" y="1255320"/>
                  <a:pt x="921600" y="1284480"/>
                  <a:pt x="921600" y="1315080"/>
                </a:cubicBezTo>
                <a:lnTo>
                  <a:pt x="921600" y="1450080"/>
                </a:lnTo>
                <a:cubicBezTo>
                  <a:pt x="921600" y="1480680"/>
                  <a:pt x="933840" y="1509840"/>
                  <a:pt x="955440" y="1531440"/>
                </a:cubicBezTo>
                <a:lnTo>
                  <a:pt x="1003320" y="1579320"/>
                </a:lnTo>
                <a:cubicBezTo>
                  <a:pt x="1024920" y="1600920"/>
                  <a:pt x="1037160" y="1630080"/>
                  <a:pt x="1037160" y="1660680"/>
                </a:cubicBezTo>
                <a:lnTo>
                  <a:pt x="1037160" y="1728000"/>
                </a:lnTo>
                <a:cubicBezTo>
                  <a:pt x="1037160" y="1791720"/>
                  <a:pt x="1088640" y="1843200"/>
                  <a:pt x="1152360" y="1843200"/>
                </a:cubicBezTo>
                <a:cubicBezTo>
                  <a:pt x="1216080" y="1843200"/>
                  <a:pt x="1267560" y="1791720"/>
                  <a:pt x="1267560" y="1728000"/>
                </a:cubicBezTo>
                <a:lnTo>
                  <a:pt x="1267560" y="1718280"/>
                </a:lnTo>
                <a:cubicBezTo>
                  <a:pt x="1267560" y="1687680"/>
                  <a:pt x="1279800" y="1658520"/>
                  <a:pt x="1301400" y="1636920"/>
                </a:cubicBezTo>
                <a:lnTo>
                  <a:pt x="1464480" y="1473840"/>
                </a:lnTo>
                <a:cubicBezTo>
                  <a:pt x="1486080" y="1452240"/>
                  <a:pt x="1498320" y="1423080"/>
                  <a:pt x="1498320" y="1392480"/>
                </a:cubicBezTo>
                <a:lnTo>
                  <a:pt x="1498320" y="1267560"/>
                </a:lnTo>
                <a:cubicBezTo>
                  <a:pt x="1498320" y="1203840"/>
                  <a:pt x="1446840" y="1152360"/>
                  <a:pt x="1383120" y="1152360"/>
                </a:cubicBezTo>
                <a:lnTo>
                  <a:pt x="1085400" y="1152360"/>
                </a:lnTo>
                <a:cubicBezTo>
                  <a:pt x="1054800" y="1152360"/>
                  <a:pt x="1025640" y="1140120"/>
                  <a:pt x="1004040" y="1118520"/>
                </a:cubicBezTo>
                <a:lnTo>
                  <a:pt x="946440" y="1060920"/>
                </a:lnTo>
                <a:cubicBezTo>
                  <a:pt x="931320" y="1045800"/>
                  <a:pt x="922680" y="1024920"/>
                  <a:pt x="922680" y="1003320"/>
                </a:cubicBezTo>
                <a:cubicBezTo>
                  <a:pt x="922680" y="958320"/>
                  <a:pt x="959040" y="921960"/>
                  <a:pt x="1004040" y="921960"/>
                </a:cubicBezTo>
                <a:lnTo>
                  <a:pt x="1128960" y="921960"/>
                </a:lnTo>
                <a:cubicBezTo>
                  <a:pt x="1173960" y="921960"/>
                  <a:pt x="1210320" y="885600"/>
                  <a:pt x="1210320" y="840600"/>
                </a:cubicBezTo>
                <a:cubicBezTo>
                  <a:pt x="1210320" y="819000"/>
                  <a:pt x="1201680" y="798120"/>
                  <a:pt x="1186560" y="783000"/>
                </a:cubicBezTo>
                <a:lnTo>
                  <a:pt x="1115640" y="712080"/>
                </a:lnTo>
                <a:cubicBezTo>
                  <a:pt x="1101600" y="698400"/>
                  <a:pt x="1094400" y="680760"/>
                  <a:pt x="1094400" y="662400"/>
                </a:cubicBezTo>
                <a:cubicBezTo>
                  <a:pt x="1094400" y="644040"/>
                  <a:pt x="1101600" y="626400"/>
                  <a:pt x="1114920" y="613080"/>
                </a:cubicBezTo>
                <a:lnTo>
                  <a:pt x="1177200" y="550800"/>
                </a:lnTo>
                <a:cubicBezTo>
                  <a:pt x="1198080" y="529920"/>
                  <a:pt x="1209960" y="501480"/>
                  <a:pt x="1209960" y="471960"/>
                </a:cubicBezTo>
                <a:cubicBezTo>
                  <a:pt x="1209960" y="446040"/>
                  <a:pt x="1201320" y="422640"/>
                  <a:pt x="1186920" y="403920"/>
                </a:cubicBezTo>
                <a:cubicBezTo>
                  <a:pt x="1175400" y="403560"/>
                  <a:pt x="1163880" y="403200"/>
                  <a:pt x="1152360" y="403200"/>
                </a:cubicBezTo>
                <a:cubicBezTo>
                  <a:pt x="808920" y="403200"/>
                  <a:pt x="519840" y="634320"/>
                  <a:pt x="431280" y="949320"/>
                </a:cubicBezTo>
                <a:close/>
                <a:moveTo>
                  <a:pt x="1900800" y="1152000"/>
                </a:moveTo>
                <a:cubicBezTo>
                  <a:pt x="1900800" y="1027440"/>
                  <a:pt x="1870560" y="910080"/>
                  <a:pt x="1816560" y="807120"/>
                </a:cubicBezTo>
                <a:cubicBezTo>
                  <a:pt x="1793520" y="810360"/>
                  <a:pt x="1770840" y="821160"/>
                  <a:pt x="1752120" y="839880"/>
                </a:cubicBezTo>
                <a:lnTo>
                  <a:pt x="1703880" y="888120"/>
                </a:lnTo>
                <a:cubicBezTo>
                  <a:pt x="1682280" y="909720"/>
                  <a:pt x="1670040" y="938880"/>
                  <a:pt x="1670040" y="969480"/>
                </a:cubicBezTo>
                <a:lnTo>
                  <a:pt x="1670040" y="1094400"/>
                </a:lnTo>
                <a:cubicBezTo>
                  <a:pt x="1670040" y="1158120"/>
                  <a:pt x="1721520" y="1209600"/>
                  <a:pt x="1785240" y="1209600"/>
                </a:cubicBezTo>
                <a:lnTo>
                  <a:pt x="1872000" y="1209600"/>
                </a:lnTo>
                <a:cubicBezTo>
                  <a:pt x="1881000" y="1209600"/>
                  <a:pt x="1890000" y="1208520"/>
                  <a:pt x="1898280" y="1206720"/>
                </a:cubicBezTo>
                <a:cubicBezTo>
                  <a:pt x="1899720" y="1188720"/>
                  <a:pt x="1900080" y="1170360"/>
                  <a:pt x="1900080" y="1152000"/>
                </a:cubicBezTo>
                <a:close/>
                <a:moveTo>
                  <a:pt x="230400" y="1152000"/>
                </a:moveTo>
                <a:cubicBezTo>
                  <a:pt x="230400" y="642960"/>
                  <a:pt x="642960" y="230400"/>
                  <a:pt x="1152000" y="230400"/>
                </a:cubicBezTo>
                <a:cubicBezTo>
                  <a:pt x="1661040" y="230400"/>
                  <a:pt x="2073600" y="642960"/>
                  <a:pt x="2073600" y="1152000"/>
                </a:cubicBezTo>
                <a:cubicBezTo>
                  <a:pt x="2073600" y="1661040"/>
                  <a:pt x="1661040" y="2073600"/>
                  <a:pt x="1152000" y="2073600"/>
                </a:cubicBezTo>
                <a:cubicBezTo>
                  <a:pt x="642960" y="2073600"/>
                  <a:pt x="230400" y="1661040"/>
                  <a:pt x="230400" y="11520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320620593" name=""/>
          <p:cNvSpPr/>
          <p:nvPr/>
        </p:nvSpPr>
        <p:spPr bwMode="auto">
          <a:xfrm rot="0" flipH="0" flipV="0">
            <a:off x="5409749" y="2608874"/>
            <a:ext cx="342899" cy="342899"/>
          </a:xfrm>
          <a:custGeom>
            <a:avLst/>
            <a:gdLst/>
            <a:ahLst/>
            <a:cxnLst/>
            <a:rect l="0" t="0" r="r" b="b"/>
            <a:pathLst>
              <a:path w="2304000" h="2304000" fill="norm" stroke="1" extrusionOk="0">
                <a:moveTo>
                  <a:pt x="430920" y="949320"/>
                </a:moveTo>
                <a:lnTo>
                  <a:pt x="542160" y="1060560"/>
                </a:lnTo>
                <a:cubicBezTo>
                  <a:pt x="563760" y="1082160"/>
                  <a:pt x="592920" y="1094400"/>
                  <a:pt x="623520" y="1094400"/>
                </a:cubicBezTo>
                <a:lnTo>
                  <a:pt x="700920" y="1094400"/>
                </a:lnTo>
                <a:cubicBezTo>
                  <a:pt x="731520" y="1094400"/>
                  <a:pt x="760680" y="1106640"/>
                  <a:pt x="782280" y="1128240"/>
                </a:cubicBezTo>
                <a:lnTo>
                  <a:pt x="887760" y="1233720"/>
                </a:lnTo>
                <a:cubicBezTo>
                  <a:pt x="909360" y="1255320"/>
                  <a:pt x="921600" y="1284480"/>
                  <a:pt x="921600" y="1315080"/>
                </a:cubicBezTo>
                <a:lnTo>
                  <a:pt x="921600" y="1450080"/>
                </a:lnTo>
                <a:cubicBezTo>
                  <a:pt x="921600" y="1480680"/>
                  <a:pt x="933840" y="1509840"/>
                  <a:pt x="955440" y="1531440"/>
                </a:cubicBezTo>
                <a:lnTo>
                  <a:pt x="1003320" y="1579320"/>
                </a:lnTo>
                <a:cubicBezTo>
                  <a:pt x="1024920" y="1600920"/>
                  <a:pt x="1037160" y="1630080"/>
                  <a:pt x="1037160" y="1660680"/>
                </a:cubicBezTo>
                <a:lnTo>
                  <a:pt x="1037160" y="1728000"/>
                </a:lnTo>
                <a:cubicBezTo>
                  <a:pt x="1037160" y="1791720"/>
                  <a:pt x="1088640" y="1843200"/>
                  <a:pt x="1152360" y="1843200"/>
                </a:cubicBezTo>
                <a:cubicBezTo>
                  <a:pt x="1216080" y="1843200"/>
                  <a:pt x="1267560" y="1791720"/>
                  <a:pt x="1267560" y="1728000"/>
                </a:cubicBezTo>
                <a:lnTo>
                  <a:pt x="1267560" y="1718280"/>
                </a:lnTo>
                <a:cubicBezTo>
                  <a:pt x="1267560" y="1687680"/>
                  <a:pt x="1279800" y="1658520"/>
                  <a:pt x="1301400" y="1636920"/>
                </a:cubicBezTo>
                <a:lnTo>
                  <a:pt x="1464480" y="1473840"/>
                </a:lnTo>
                <a:cubicBezTo>
                  <a:pt x="1486080" y="1452240"/>
                  <a:pt x="1498320" y="1423080"/>
                  <a:pt x="1498320" y="1392480"/>
                </a:cubicBezTo>
                <a:lnTo>
                  <a:pt x="1498320" y="1267560"/>
                </a:lnTo>
                <a:cubicBezTo>
                  <a:pt x="1498320" y="1203840"/>
                  <a:pt x="1446840" y="1152360"/>
                  <a:pt x="1383120" y="1152360"/>
                </a:cubicBezTo>
                <a:lnTo>
                  <a:pt x="1085400" y="1152360"/>
                </a:lnTo>
                <a:cubicBezTo>
                  <a:pt x="1054800" y="1152360"/>
                  <a:pt x="1025640" y="1140120"/>
                  <a:pt x="1004040" y="1118520"/>
                </a:cubicBezTo>
                <a:lnTo>
                  <a:pt x="946440" y="1060920"/>
                </a:lnTo>
                <a:cubicBezTo>
                  <a:pt x="931320" y="1045800"/>
                  <a:pt x="922680" y="1024920"/>
                  <a:pt x="922680" y="1003320"/>
                </a:cubicBezTo>
                <a:cubicBezTo>
                  <a:pt x="922680" y="958320"/>
                  <a:pt x="959040" y="921960"/>
                  <a:pt x="1004040" y="921960"/>
                </a:cubicBezTo>
                <a:lnTo>
                  <a:pt x="1128960" y="921960"/>
                </a:lnTo>
                <a:cubicBezTo>
                  <a:pt x="1173960" y="921960"/>
                  <a:pt x="1210320" y="885600"/>
                  <a:pt x="1210320" y="840600"/>
                </a:cubicBezTo>
                <a:cubicBezTo>
                  <a:pt x="1210320" y="819000"/>
                  <a:pt x="1201680" y="798120"/>
                  <a:pt x="1186560" y="783000"/>
                </a:cubicBezTo>
                <a:lnTo>
                  <a:pt x="1115640" y="712080"/>
                </a:lnTo>
                <a:cubicBezTo>
                  <a:pt x="1101600" y="698400"/>
                  <a:pt x="1094400" y="680760"/>
                  <a:pt x="1094400" y="662400"/>
                </a:cubicBezTo>
                <a:cubicBezTo>
                  <a:pt x="1094400" y="644040"/>
                  <a:pt x="1101600" y="626400"/>
                  <a:pt x="1114920" y="613080"/>
                </a:cubicBezTo>
                <a:lnTo>
                  <a:pt x="1177200" y="550800"/>
                </a:lnTo>
                <a:cubicBezTo>
                  <a:pt x="1198080" y="529920"/>
                  <a:pt x="1209960" y="501480"/>
                  <a:pt x="1209960" y="471960"/>
                </a:cubicBezTo>
                <a:cubicBezTo>
                  <a:pt x="1209960" y="446040"/>
                  <a:pt x="1201320" y="422640"/>
                  <a:pt x="1186920" y="403920"/>
                </a:cubicBezTo>
                <a:cubicBezTo>
                  <a:pt x="1175400" y="403560"/>
                  <a:pt x="1163880" y="403200"/>
                  <a:pt x="1152360" y="403200"/>
                </a:cubicBezTo>
                <a:cubicBezTo>
                  <a:pt x="808920" y="403200"/>
                  <a:pt x="519840" y="634320"/>
                  <a:pt x="431280" y="949320"/>
                </a:cubicBezTo>
                <a:close/>
                <a:moveTo>
                  <a:pt x="1900800" y="1152000"/>
                </a:moveTo>
                <a:cubicBezTo>
                  <a:pt x="1900800" y="1027440"/>
                  <a:pt x="1870560" y="910080"/>
                  <a:pt x="1816560" y="807120"/>
                </a:cubicBezTo>
                <a:cubicBezTo>
                  <a:pt x="1793520" y="810360"/>
                  <a:pt x="1770840" y="821160"/>
                  <a:pt x="1752120" y="839880"/>
                </a:cubicBezTo>
                <a:lnTo>
                  <a:pt x="1703880" y="888120"/>
                </a:lnTo>
                <a:cubicBezTo>
                  <a:pt x="1682280" y="909720"/>
                  <a:pt x="1670040" y="938880"/>
                  <a:pt x="1670040" y="969480"/>
                </a:cubicBezTo>
                <a:lnTo>
                  <a:pt x="1670040" y="1094400"/>
                </a:lnTo>
                <a:cubicBezTo>
                  <a:pt x="1670040" y="1158120"/>
                  <a:pt x="1721520" y="1209600"/>
                  <a:pt x="1785240" y="1209600"/>
                </a:cubicBezTo>
                <a:lnTo>
                  <a:pt x="1872000" y="1209600"/>
                </a:lnTo>
                <a:cubicBezTo>
                  <a:pt x="1881000" y="1209600"/>
                  <a:pt x="1890000" y="1208520"/>
                  <a:pt x="1898280" y="1206720"/>
                </a:cubicBezTo>
                <a:cubicBezTo>
                  <a:pt x="1899720" y="1188720"/>
                  <a:pt x="1900080" y="1170360"/>
                  <a:pt x="1900080" y="1152000"/>
                </a:cubicBezTo>
                <a:close/>
                <a:moveTo>
                  <a:pt x="230400" y="1152000"/>
                </a:moveTo>
                <a:cubicBezTo>
                  <a:pt x="230400" y="642960"/>
                  <a:pt x="642960" y="230400"/>
                  <a:pt x="1152000" y="230400"/>
                </a:cubicBezTo>
                <a:cubicBezTo>
                  <a:pt x="1661040" y="230400"/>
                  <a:pt x="2073600" y="642960"/>
                  <a:pt x="2073600" y="1152000"/>
                </a:cubicBezTo>
                <a:cubicBezTo>
                  <a:pt x="2073600" y="1661040"/>
                  <a:pt x="1661040" y="2073600"/>
                  <a:pt x="1152000" y="2073600"/>
                </a:cubicBezTo>
                <a:cubicBezTo>
                  <a:pt x="642960" y="2073600"/>
                  <a:pt x="230400" y="1661040"/>
                  <a:pt x="230400" y="11520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794762960" name=""/>
          <p:cNvSpPr/>
          <p:nvPr/>
        </p:nvSpPr>
        <p:spPr bwMode="auto">
          <a:xfrm rot="0" flipH="0" flipV="0">
            <a:off x="6525149" y="2951774"/>
            <a:ext cx="342000" cy="342000"/>
          </a:xfrm>
          <a:custGeom>
            <a:avLst/>
            <a:gdLst/>
            <a:ahLst/>
            <a:cxnLst/>
            <a:rect l="0" t="0" r="r" b="b"/>
            <a:pathLst>
              <a:path w="2304000" h="2304000" fill="norm" stroke="1" extrusionOk="0">
                <a:moveTo>
                  <a:pt x="921600" y="576000"/>
                </a:moveTo>
                <a:lnTo>
                  <a:pt x="921600" y="806400"/>
                </a:lnTo>
                <a:lnTo>
                  <a:pt x="1382400" y="806400"/>
                </a:lnTo>
                <a:lnTo>
                  <a:pt x="1382400" y="576000"/>
                </a:lnTo>
                <a:cubicBezTo>
                  <a:pt x="1382400" y="448920"/>
                  <a:pt x="1279080" y="345600"/>
                  <a:pt x="1152000" y="345600"/>
                </a:cubicBezTo>
                <a:cubicBezTo>
                  <a:pt x="1024920" y="345600"/>
                  <a:pt x="921600" y="448920"/>
                  <a:pt x="921600" y="576000"/>
                </a:cubicBezTo>
                <a:close/>
                <a:moveTo>
                  <a:pt x="691200" y="806400"/>
                </a:moveTo>
                <a:lnTo>
                  <a:pt x="691200" y="576000"/>
                </a:lnTo>
                <a:cubicBezTo>
                  <a:pt x="691200" y="321480"/>
                  <a:pt x="897480" y="115200"/>
                  <a:pt x="1152000" y="115200"/>
                </a:cubicBezTo>
                <a:cubicBezTo>
                  <a:pt x="1406520" y="115200"/>
                  <a:pt x="1612800" y="321480"/>
                  <a:pt x="1612800" y="576000"/>
                </a:cubicBezTo>
                <a:lnTo>
                  <a:pt x="1612800" y="806400"/>
                </a:lnTo>
                <a:cubicBezTo>
                  <a:pt x="1739880" y="806400"/>
                  <a:pt x="1843200" y="909720"/>
                  <a:pt x="1843200" y="1036800"/>
                </a:cubicBezTo>
                <a:lnTo>
                  <a:pt x="1843200" y="1843200"/>
                </a:lnTo>
                <a:cubicBezTo>
                  <a:pt x="1843200" y="1970280"/>
                  <a:pt x="1739880" y="2073600"/>
                  <a:pt x="1612800" y="2073600"/>
                </a:cubicBezTo>
                <a:lnTo>
                  <a:pt x="691200" y="2073600"/>
                </a:lnTo>
                <a:cubicBezTo>
                  <a:pt x="564120" y="2073600"/>
                  <a:pt x="460800" y="1970280"/>
                  <a:pt x="460800" y="1843200"/>
                </a:cubicBezTo>
                <a:lnTo>
                  <a:pt x="460800" y="1036800"/>
                </a:lnTo>
                <a:cubicBezTo>
                  <a:pt x="460800" y="909720"/>
                  <a:pt x="564120" y="806400"/>
                  <a:pt x="691200" y="8064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888709022" name=""/>
          <p:cNvSpPr/>
          <p:nvPr/>
        </p:nvSpPr>
        <p:spPr bwMode="auto">
          <a:xfrm rot="0" flipH="0" flipV="0">
            <a:off x="6525149" y="3350399"/>
            <a:ext cx="342000" cy="342000"/>
          </a:xfrm>
          <a:custGeom>
            <a:avLst/>
            <a:gdLst/>
            <a:ahLst/>
            <a:cxnLst/>
            <a:rect l="0" t="0" r="r" b="b"/>
            <a:pathLst>
              <a:path w="2304000" h="2304000" fill="norm" stroke="1" extrusionOk="0">
                <a:moveTo>
                  <a:pt x="921600" y="576000"/>
                </a:moveTo>
                <a:lnTo>
                  <a:pt x="921600" y="806400"/>
                </a:lnTo>
                <a:lnTo>
                  <a:pt x="1382400" y="806400"/>
                </a:lnTo>
                <a:lnTo>
                  <a:pt x="1382400" y="576000"/>
                </a:lnTo>
                <a:cubicBezTo>
                  <a:pt x="1382400" y="448920"/>
                  <a:pt x="1279080" y="345600"/>
                  <a:pt x="1152000" y="345600"/>
                </a:cubicBezTo>
                <a:cubicBezTo>
                  <a:pt x="1024920" y="345600"/>
                  <a:pt x="921600" y="448920"/>
                  <a:pt x="921600" y="576000"/>
                </a:cubicBezTo>
                <a:close/>
                <a:moveTo>
                  <a:pt x="691200" y="806400"/>
                </a:moveTo>
                <a:lnTo>
                  <a:pt x="691200" y="576000"/>
                </a:lnTo>
                <a:cubicBezTo>
                  <a:pt x="691200" y="321480"/>
                  <a:pt x="897480" y="115200"/>
                  <a:pt x="1152000" y="115200"/>
                </a:cubicBezTo>
                <a:cubicBezTo>
                  <a:pt x="1406520" y="115200"/>
                  <a:pt x="1612800" y="321480"/>
                  <a:pt x="1612800" y="576000"/>
                </a:cubicBezTo>
                <a:lnTo>
                  <a:pt x="1612800" y="806400"/>
                </a:lnTo>
                <a:cubicBezTo>
                  <a:pt x="1739880" y="806400"/>
                  <a:pt x="1843200" y="909720"/>
                  <a:pt x="1843200" y="1036800"/>
                </a:cubicBezTo>
                <a:lnTo>
                  <a:pt x="1843200" y="1843200"/>
                </a:lnTo>
                <a:cubicBezTo>
                  <a:pt x="1843200" y="1970280"/>
                  <a:pt x="1739880" y="2073600"/>
                  <a:pt x="1612800" y="2073600"/>
                </a:cubicBezTo>
                <a:lnTo>
                  <a:pt x="691200" y="2073600"/>
                </a:lnTo>
                <a:cubicBezTo>
                  <a:pt x="564120" y="2073600"/>
                  <a:pt x="460800" y="1970280"/>
                  <a:pt x="460800" y="1843200"/>
                </a:cubicBezTo>
                <a:lnTo>
                  <a:pt x="460800" y="1036800"/>
                </a:lnTo>
                <a:cubicBezTo>
                  <a:pt x="460800" y="909720"/>
                  <a:pt x="564120" y="806400"/>
                  <a:pt x="691200" y="8064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22442422" name=""/>
          <p:cNvSpPr/>
          <p:nvPr/>
        </p:nvSpPr>
        <p:spPr bwMode="auto">
          <a:xfrm rot="0" flipH="0" flipV="0">
            <a:off x="6782323" y="3752849"/>
            <a:ext cx="342898" cy="342898"/>
          </a:xfrm>
          <a:custGeom>
            <a:avLst/>
            <a:gdLst/>
            <a:ahLst/>
            <a:cxnLst/>
            <a:rect l="0" t="0" r="r" b="b"/>
            <a:pathLst>
              <a:path w="2304000" h="2304000" fill="norm" stroke="1" extrusionOk="0">
                <a:moveTo>
                  <a:pt x="430920" y="949320"/>
                </a:moveTo>
                <a:lnTo>
                  <a:pt x="542160" y="1060560"/>
                </a:lnTo>
                <a:cubicBezTo>
                  <a:pt x="563760" y="1082160"/>
                  <a:pt x="592920" y="1094400"/>
                  <a:pt x="623520" y="1094400"/>
                </a:cubicBezTo>
                <a:lnTo>
                  <a:pt x="700920" y="1094400"/>
                </a:lnTo>
                <a:cubicBezTo>
                  <a:pt x="731520" y="1094400"/>
                  <a:pt x="760680" y="1106640"/>
                  <a:pt x="782280" y="1128240"/>
                </a:cubicBezTo>
                <a:lnTo>
                  <a:pt x="887760" y="1233720"/>
                </a:lnTo>
                <a:cubicBezTo>
                  <a:pt x="909360" y="1255320"/>
                  <a:pt x="921600" y="1284480"/>
                  <a:pt x="921600" y="1315080"/>
                </a:cubicBezTo>
                <a:lnTo>
                  <a:pt x="921600" y="1450080"/>
                </a:lnTo>
                <a:cubicBezTo>
                  <a:pt x="921600" y="1480680"/>
                  <a:pt x="933840" y="1509840"/>
                  <a:pt x="955440" y="1531440"/>
                </a:cubicBezTo>
                <a:lnTo>
                  <a:pt x="1003320" y="1579320"/>
                </a:lnTo>
                <a:cubicBezTo>
                  <a:pt x="1024920" y="1600920"/>
                  <a:pt x="1037160" y="1630080"/>
                  <a:pt x="1037160" y="1660680"/>
                </a:cubicBezTo>
                <a:lnTo>
                  <a:pt x="1037160" y="1728000"/>
                </a:lnTo>
                <a:cubicBezTo>
                  <a:pt x="1037160" y="1791720"/>
                  <a:pt x="1088640" y="1843200"/>
                  <a:pt x="1152360" y="1843200"/>
                </a:cubicBezTo>
                <a:cubicBezTo>
                  <a:pt x="1216080" y="1843200"/>
                  <a:pt x="1267560" y="1791720"/>
                  <a:pt x="1267560" y="1728000"/>
                </a:cubicBezTo>
                <a:lnTo>
                  <a:pt x="1267560" y="1718280"/>
                </a:lnTo>
                <a:cubicBezTo>
                  <a:pt x="1267560" y="1687680"/>
                  <a:pt x="1279800" y="1658520"/>
                  <a:pt x="1301400" y="1636920"/>
                </a:cubicBezTo>
                <a:lnTo>
                  <a:pt x="1464480" y="1473840"/>
                </a:lnTo>
                <a:cubicBezTo>
                  <a:pt x="1486080" y="1452240"/>
                  <a:pt x="1498320" y="1423080"/>
                  <a:pt x="1498320" y="1392480"/>
                </a:cubicBezTo>
                <a:lnTo>
                  <a:pt x="1498320" y="1267560"/>
                </a:lnTo>
                <a:cubicBezTo>
                  <a:pt x="1498320" y="1203840"/>
                  <a:pt x="1446840" y="1152360"/>
                  <a:pt x="1383120" y="1152360"/>
                </a:cubicBezTo>
                <a:lnTo>
                  <a:pt x="1085400" y="1152360"/>
                </a:lnTo>
                <a:cubicBezTo>
                  <a:pt x="1054800" y="1152360"/>
                  <a:pt x="1025640" y="1140120"/>
                  <a:pt x="1004040" y="1118520"/>
                </a:cubicBezTo>
                <a:lnTo>
                  <a:pt x="946440" y="1060920"/>
                </a:lnTo>
                <a:cubicBezTo>
                  <a:pt x="931320" y="1045800"/>
                  <a:pt x="922680" y="1024920"/>
                  <a:pt x="922680" y="1003320"/>
                </a:cubicBezTo>
                <a:cubicBezTo>
                  <a:pt x="922680" y="958320"/>
                  <a:pt x="959040" y="921960"/>
                  <a:pt x="1004040" y="921960"/>
                </a:cubicBezTo>
                <a:lnTo>
                  <a:pt x="1128960" y="921960"/>
                </a:lnTo>
                <a:cubicBezTo>
                  <a:pt x="1173960" y="921960"/>
                  <a:pt x="1210320" y="885600"/>
                  <a:pt x="1210320" y="840600"/>
                </a:cubicBezTo>
                <a:cubicBezTo>
                  <a:pt x="1210320" y="819000"/>
                  <a:pt x="1201680" y="798120"/>
                  <a:pt x="1186560" y="783000"/>
                </a:cubicBezTo>
                <a:lnTo>
                  <a:pt x="1115640" y="712080"/>
                </a:lnTo>
                <a:cubicBezTo>
                  <a:pt x="1101600" y="698400"/>
                  <a:pt x="1094400" y="680760"/>
                  <a:pt x="1094400" y="662400"/>
                </a:cubicBezTo>
                <a:cubicBezTo>
                  <a:pt x="1094400" y="644040"/>
                  <a:pt x="1101600" y="626400"/>
                  <a:pt x="1114920" y="613080"/>
                </a:cubicBezTo>
                <a:lnTo>
                  <a:pt x="1177200" y="550800"/>
                </a:lnTo>
                <a:cubicBezTo>
                  <a:pt x="1198080" y="529920"/>
                  <a:pt x="1209960" y="501480"/>
                  <a:pt x="1209960" y="471960"/>
                </a:cubicBezTo>
                <a:cubicBezTo>
                  <a:pt x="1209960" y="446040"/>
                  <a:pt x="1201320" y="422640"/>
                  <a:pt x="1186920" y="403920"/>
                </a:cubicBezTo>
                <a:cubicBezTo>
                  <a:pt x="1175400" y="403560"/>
                  <a:pt x="1163880" y="403200"/>
                  <a:pt x="1152360" y="403200"/>
                </a:cubicBezTo>
                <a:cubicBezTo>
                  <a:pt x="808920" y="403200"/>
                  <a:pt x="519840" y="634320"/>
                  <a:pt x="431280" y="949320"/>
                </a:cubicBezTo>
                <a:close/>
                <a:moveTo>
                  <a:pt x="1900800" y="1152000"/>
                </a:moveTo>
                <a:cubicBezTo>
                  <a:pt x="1900800" y="1027440"/>
                  <a:pt x="1870560" y="910080"/>
                  <a:pt x="1816560" y="807120"/>
                </a:cubicBezTo>
                <a:cubicBezTo>
                  <a:pt x="1793520" y="810360"/>
                  <a:pt x="1770840" y="821160"/>
                  <a:pt x="1752120" y="839880"/>
                </a:cubicBezTo>
                <a:lnTo>
                  <a:pt x="1703880" y="888120"/>
                </a:lnTo>
                <a:cubicBezTo>
                  <a:pt x="1682280" y="909720"/>
                  <a:pt x="1670040" y="938880"/>
                  <a:pt x="1670040" y="969480"/>
                </a:cubicBezTo>
                <a:lnTo>
                  <a:pt x="1670040" y="1094400"/>
                </a:lnTo>
                <a:cubicBezTo>
                  <a:pt x="1670040" y="1158120"/>
                  <a:pt x="1721520" y="1209600"/>
                  <a:pt x="1785240" y="1209600"/>
                </a:cubicBezTo>
                <a:lnTo>
                  <a:pt x="1872000" y="1209600"/>
                </a:lnTo>
                <a:cubicBezTo>
                  <a:pt x="1881000" y="1209600"/>
                  <a:pt x="1890000" y="1208520"/>
                  <a:pt x="1898280" y="1206720"/>
                </a:cubicBezTo>
                <a:cubicBezTo>
                  <a:pt x="1899720" y="1188720"/>
                  <a:pt x="1900080" y="1170360"/>
                  <a:pt x="1900080" y="1152000"/>
                </a:cubicBezTo>
                <a:close/>
                <a:moveTo>
                  <a:pt x="230400" y="1152000"/>
                </a:moveTo>
                <a:cubicBezTo>
                  <a:pt x="230400" y="642960"/>
                  <a:pt x="642960" y="230400"/>
                  <a:pt x="1152000" y="230400"/>
                </a:cubicBezTo>
                <a:cubicBezTo>
                  <a:pt x="1661040" y="230400"/>
                  <a:pt x="2073600" y="642960"/>
                  <a:pt x="2073600" y="1152000"/>
                </a:cubicBezTo>
                <a:cubicBezTo>
                  <a:pt x="2073600" y="1661040"/>
                  <a:pt x="1661040" y="2073600"/>
                  <a:pt x="1152000" y="2073600"/>
                </a:cubicBezTo>
                <a:cubicBezTo>
                  <a:pt x="642960" y="2073600"/>
                  <a:pt x="230400" y="1661040"/>
                  <a:pt x="230400" y="11520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79138917" name=""/>
          <p:cNvSpPr/>
          <p:nvPr/>
        </p:nvSpPr>
        <p:spPr bwMode="auto">
          <a:xfrm rot="0" flipH="0" flipV="0">
            <a:off x="6782323" y="4200525"/>
            <a:ext cx="342898" cy="342898"/>
          </a:xfrm>
          <a:custGeom>
            <a:avLst/>
            <a:gdLst/>
            <a:ahLst/>
            <a:cxnLst/>
            <a:rect l="0" t="0" r="r" b="b"/>
            <a:pathLst>
              <a:path w="2304000" h="2304000" fill="norm" stroke="1" extrusionOk="0">
                <a:moveTo>
                  <a:pt x="430920" y="949320"/>
                </a:moveTo>
                <a:lnTo>
                  <a:pt x="542160" y="1060560"/>
                </a:lnTo>
                <a:cubicBezTo>
                  <a:pt x="563760" y="1082160"/>
                  <a:pt x="592920" y="1094400"/>
                  <a:pt x="623520" y="1094400"/>
                </a:cubicBezTo>
                <a:lnTo>
                  <a:pt x="700920" y="1094400"/>
                </a:lnTo>
                <a:cubicBezTo>
                  <a:pt x="731520" y="1094400"/>
                  <a:pt x="760680" y="1106640"/>
                  <a:pt x="782280" y="1128240"/>
                </a:cubicBezTo>
                <a:lnTo>
                  <a:pt x="887760" y="1233720"/>
                </a:lnTo>
                <a:cubicBezTo>
                  <a:pt x="909360" y="1255320"/>
                  <a:pt x="921600" y="1284480"/>
                  <a:pt x="921600" y="1315080"/>
                </a:cubicBezTo>
                <a:lnTo>
                  <a:pt x="921600" y="1450080"/>
                </a:lnTo>
                <a:cubicBezTo>
                  <a:pt x="921600" y="1480680"/>
                  <a:pt x="933840" y="1509840"/>
                  <a:pt x="955440" y="1531440"/>
                </a:cubicBezTo>
                <a:lnTo>
                  <a:pt x="1003320" y="1579320"/>
                </a:lnTo>
                <a:cubicBezTo>
                  <a:pt x="1024920" y="1600920"/>
                  <a:pt x="1037160" y="1630080"/>
                  <a:pt x="1037160" y="1660680"/>
                </a:cubicBezTo>
                <a:lnTo>
                  <a:pt x="1037160" y="1728000"/>
                </a:lnTo>
                <a:cubicBezTo>
                  <a:pt x="1037160" y="1791720"/>
                  <a:pt x="1088640" y="1843200"/>
                  <a:pt x="1152360" y="1843200"/>
                </a:cubicBezTo>
                <a:cubicBezTo>
                  <a:pt x="1216080" y="1843200"/>
                  <a:pt x="1267560" y="1791720"/>
                  <a:pt x="1267560" y="1728000"/>
                </a:cubicBezTo>
                <a:lnTo>
                  <a:pt x="1267560" y="1718280"/>
                </a:lnTo>
                <a:cubicBezTo>
                  <a:pt x="1267560" y="1687680"/>
                  <a:pt x="1279800" y="1658520"/>
                  <a:pt x="1301400" y="1636920"/>
                </a:cubicBezTo>
                <a:lnTo>
                  <a:pt x="1464480" y="1473840"/>
                </a:lnTo>
                <a:cubicBezTo>
                  <a:pt x="1486080" y="1452240"/>
                  <a:pt x="1498320" y="1423080"/>
                  <a:pt x="1498320" y="1392480"/>
                </a:cubicBezTo>
                <a:lnTo>
                  <a:pt x="1498320" y="1267560"/>
                </a:lnTo>
                <a:cubicBezTo>
                  <a:pt x="1498320" y="1203840"/>
                  <a:pt x="1446840" y="1152360"/>
                  <a:pt x="1383120" y="1152360"/>
                </a:cubicBezTo>
                <a:lnTo>
                  <a:pt x="1085400" y="1152360"/>
                </a:lnTo>
                <a:cubicBezTo>
                  <a:pt x="1054800" y="1152360"/>
                  <a:pt x="1025640" y="1140120"/>
                  <a:pt x="1004040" y="1118520"/>
                </a:cubicBezTo>
                <a:lnTo>
                  <a:pt x="946440" y="1060920"/>
                </a:lnTo>
                <a:cubicBezTo>
                  <a:pt x="931320" y="1045800"/>
                  <a:pt x="922680" y="1024920"/>
                  <a:pt x="922680" y="1003320"/>
                </a:cubicBezTo>
                <a:cubicBezTo>
                  <a:pt x="922680" y="958320"/>
                  <a:pt x="959040" y="921960"/>
                  <a:pt x="1004040" y="921960"/>
                </a:cubicBezTo>
                <a:lnTo>
                  <a:pt x="1128960" y="921960"/>
                </a:lnTo>
                <a:cubicBezTo>
                  <a:pt x="1173960" y="921960"/>
                  <a:pt x="1210320" y="885600"/>
                  <a:pt x="1210320" y="840600"/>
                </a:cubicBezTo>
                <a:cubicBezTo>
                  <a:pt x="1210320" y="819000"/>
                  <a:pt x="1201680" y="798120"/>
                  <a:pt x="1186560" y="783000"/>
                </a:cubicBezTo>
                <a:lnTo>
                  <a:pt x="1115640" y="712080"/>
                </a:lnTo>
                <a:cubicBezTo>
                  <a:pt x="1101600" y="698400"/>
                  <a:pt x="1094400" y="680760"/>
                  <a:pt x="1094400" y="662400"/>
                </a:cubicBezTo>
                <a:cubicBezTo>
                  <a:pt x="1094400" y="644040"/>
                  <a:pt x="1101600" y="626400"/>
                  <a:pt x="1114920" y="613080"/>
                </a:cubicBezTo>
                <a:lnTo>
                  <a:pt x="1177200" y="550800"/>
                </a:lnTo>
                <a:cubicBezTo>
                  <a:pt x="1198080" y="529920"/>
                  <a:pt x="1209960" y="501480"/>
                  <a:pt x="1209960" y="471960"/>
                </a:cubicBezTo>
                <a:cubicBezTo>
                  <a:pt x="1209960" y="446040"/>
                  <a:pt x="1201320" y="422640"/>
                  <a:pt x="1186920" y="403920"/>
                </a:cubicBezTo>
                <a:cubicBezTo>
                  <a:pt x="1175400" y="403560"/>
                  <a:pt x="1163880" y="403200"/>
                  <a:pt x="1152360" y="403200"/>
                </a:cubicBezTo>
                <a:cubicBezTo>
                  <a:pt x="808920" y="403200"/>
                  <a:pt x="519840" y="634320"/>
                  <a:pt x="431280" y="949320"/>
                </a:cubicBezTo>
                <a:close/>
                <a:moveTo>
                  <a:pt x="1900800" y="1152000"/>
                </a:moveTo>
                <a:cubicBezTo>
                  <a:pt x="1900800" y="1027440"/>
                  <a:pt x="1870560" y="910080"/>
                  <a:pt x="1816560" y="807120"/>
                </a:cubicBezTo>
                <a:cubicBezTo>
                  <a:pt x="1793520" y="810360"/>
                  <a:pt x="1770840" y="821160"/>
                  <a:pt x="1752120" y="839880"/>
                </a:cubicBezTo>
                <a:lnTo>
                  <a:pt x="1703880" y="888120"/>
                </a:lnTo>
                <a:cubicBezTo>
                  <a:pt x="1682280" y="909720"/>
                  <a:pt x="1670040" y="938880"/>
                  <a:pt x="1670040" y="969480"/>
                </a:cubicBezTo>
                <a:lnTo>
                  <a:pt x="1670040" y="1094400"/>
                </a:lnTo>
                <a:cubicBezTo>
                  <a:pt x="1670040" y="1158120"/>
                  <a:pt x="1721520" y="1209600"/>
                  <a:pt x="1785240" y="1209600"/>
                </a:cubicBezTo>
                <a:lnTo>
                  <a:pt x="1872000" y="1209600"/>
                </a:lnTo>
                <a:cubicBezTo>
                  <a:pt x="1881000" y="1209600"/>
                  <a:pt x="1890000" y="1208520"/>
                  <a:pt x="1898280" y="1206720"/>
                </a:cubicBezTo>
                <a:cubicBezTo>
                  <a:pt x="1899720" y="1188720"/>
                  <a:pt x="1900080" y="1170360"/>
                  <a:pt x="1900080" y="1152000"/>
                </a:cubicBezTo>
                <a:close/>
                <a:moveTo>
                  <a:pt x="230400" y="1152000"/>
                </a:moveTo>
                <a:cubicBezTo>
                  <a:pt x="230400" y="642960"/>
                  <a:pt x="642960" y="230400"/>
                  <a:pt x="1152000" y="230400"/>
                </a:cubicBezTo>
                <a:cubicBezTo>
                  <a:pt x="1661040" y="230400"/>
                  <a:pt x="2073600" y="642960"/>
                  <a:pt x="2073600" y="1152000"/>
                </a:cubicBezTo>
                <a:cubicBezTo>
                  <a:pt x="2073600" y="1661040"/>
                  <a:pt x="1661040" y="2073600"/>
                  <a:pt x="1152000" y="2073600"/>
                </a:cubicBezTo>
                <a:cubicBezTo>
                  <a:pt x="642960" y="2073600"/>
                  <a:pt x="230400" y="1661040"/>
                  <a:pt x="230400" y="11520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45788854" name=""/>
          <p:cNvSpPr/>
          <p:nvPr/>
        </p:nvSpPr>
        <p:spPr bwMode="auto">
          <a:xfrm rot="0" flipH="0" flipV="0">
            <a:off x="5409749" y="4807724"/>
            <a:ext cx="342000" cy="342000"/>
          </a:xfrm>
          <a:custGeom>
            <a:avLst/>
            <a:gdLst/>
            <a:ahLst/>
            <a:cxnLst/>
            <a:rect l="0" t="0" r="r" b="b"/>
            <a:pathLst>
              <a:path w="2304000" h="2304000" fill="norm" stroke="1" extrusionOk="0">
                <a:moveTo>
                  <a:pt x="921600" y="576000"/>
                </a:moveTo>
                <a:lnTo>
                  <a:pt x="921600" y="806400"/>
                </a:lnTo>
                <a:lnTo>
                  <a:pt x="1382400" y="806400"/>
                </a:lnTo>
                <a:lnTo>
                  <a:pt x="1382400" y="576000"/>
                </a:lnTo>
                <a:cubicBezTo>
                  <a:pt x="1382400" y="448920"/>
                  <a:pt x="1279080" y="345600"/>
                  <a:pt x="1152000" y="345600"/>
                </a:cubicBezTo>
                <a:cubicBezTo>
                  <a:pt x="1024920" y="345600"/>
                  <a:pt x="921600" y="448920"/>
                  <a:pt x="921600" y="576000"/>
                </a:cubicBezTo>
                <a:close/>
                <a:moveTo>
                  <a:pt x="691200" y="806400"/>
                </a:moveTo>
                <a:lnTo>
                  <a:pt x="691200" y="576000"/>
                </a:lnTo>
                <a:cubicBezTo>
                  <a:pt x="691200" y="321480"/>
                  <a:pt x="897480" y="115200"/>
                  <a:pt x="1152000" y="115200"/>
                </a:cubicBezTo>
                <a:cubicBezTo>
                  <a:pt x="1406520" y="115200"/>
                  <a:pt x="1612800" y="321480"/>
                  <a:pt x="1612800" y="576000"/>
                </a:cubicBezTo>
                <a:lnTo>
                  <a:pt x="1612800" y="806400"/>
                </a:lnTo>
                <a:cubicBezTo>
                  <a:pt x="1739880" y="806400"/>
                  <a:pt x="1843200" y="909720"/>
                  <a:pt x="1843200" y="1036800"/>
                </a:cubicBezTo>
                <a:lnTo>
                  <a:pt x="1843200" y="1843200"/>
                </a:lnTo>
                <a:cubicBezTo>
                  <a:pt x="1843200" y="1970280"/>
                  <a:pt x="1739880" y="2073600"/>
                  <a:pt x="1612800" y="2073600"/>
                </a:cubicBezTo>
                <a:lnTo>
                  <a:pt x="691200" y="2073600"/>
                </a:lnTo>
                <a:cubicBezTo>
                  <a:pt x="564120" y="2073600"/>
                  <a:pt x="460800" y="1970280"/>
                  <a:pt x="460800" y="1843200"/>
                </a:cubicBezTo>
                <a:lnTo>
                  <a:pt x="460800" y="1036800"/>
                </a:lnTo>
                <a:cubicBezTo>
                  <a:pt x="460800" y="909720"/>
                  <a:pt x="564120" y="806400"/>
                  <a:pt x="691200" y="8064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69017615" name=""/>
          <p:cNvSpPr/>
          <p:nvPr/>
        </p:nvSpPr>
        <p:spPr bwMode="auto">
          <a:xfrm rot="0" flipH="0" flipV="0">
            <a:off x="6513674" y="4807724"/>
            <a:ext cx="342000" cy="342000"/>
          </a:xfrm>
          <a:custGeom>
            <a:avLst/>
            <a:gdLst/>
            <a:ahLst/>
            <a:cxnLst/>
            <a:rect l="0" t="0" r="r" b="b"/>
            <a:pathLst>
              <a:path w="2304000" h="2304000" fill="norm" stroke="1" extrusionOk="0">
                <a:moveTo>
                  <a:pt x="921600" y="576000"/>
                </a:moveTo>
                <a:lnTo>
                  <a:pt x="921600" y="806400"/>
                </a:lnTo>
                <a:lnTo>
                  <a:pt x="1382400" y="806400"/>
                </a:lnTo>
                <a:lnTo>
                  <a:pt x="1382400" y="576000"/>
                </a:lnTo>
                <a:cubicBezTo>
                  <a:pt x="1382400" y="448920"/>
                  <a:pt x="1279080" y="345600"/>
                  <a:pt x="1152000" y="345600"/>
                </a:cubicBezTo>
                <a:cubicBezTo>
                  <a:pt x="1024920" y="345600"/>
                  <a:pt x="921600" y="448920"/>
                  <a:pt x="921600" y="576000"/>
                </a:cubicBezTo>
                <a:close/>
                <a:moveTo>
                  <a:pt x="691200" y="806400"/>
                </a:moveTo>
                <a:lnTo>
                  <a:pt x="691200" y="576000"/>
                </a:lnTo>
                <a:cubicBezTo>
                  <a:pt x="691200" y="321480"/>
                  <a:pt x="897480" y="115200"/>
                  <a:pt x="1152000" y="115200"/>
                </a:cubicBezTo>
                <a:cubicBezTo>
                  <a:pt x="1406520" y="115200"/>
                  <a:pt x="1612800" y="321480"/>
                  <a:pt x="1612800" y="576000"/>
                </a:cubicBezTo>
                <a:lnTo>
                  <a:pt x="1612800" y="806400"/>
                </a:lnTo>
                <a:cubicBezTo>
                  <a:pt x="1739880" y="806400"/>
                  <a:pt x="1843200" y="909720"/>
                  <a:pt x="1843200" y="1036800"/>
                </a:cubicBezTo>
                <a:lnTo>
                  <a:pt x="1843200" y="1843200"/>
                </a:lnTo>
                <a:cubicBezTo>
                  <a:pt x="1843200" y="1970280"/>
                  <a:pt x="1739880" y="2073600"/>
                  <a:pt x="1612800" y="2073600"/>
                </a:cubicBezTo>
                <a:lnTo>
                  <a:pt x="691200" y="2073600"/>
                </a:lnTo>
                <a:cubicBezTo>
                  <a:pt x="564120" y="2073600"/>
                  <a:pt x="460800" y="1970280"/>
                  <a:pt x="460800" y="1843200"/>
                </a:cubicBezTo>
                <a:lnTo>
                  <a:pt x="460800" y="1036800"/>
                </a:lnTo>
                <a:cubicBezTo>
                  <a:pt x="460800" y="909720"/>
                  <a:pt x="564120" y="806400"/>
                  <a:pt x="691200" y="806400"/>
                </a:cubicBezTo>
                <a:close/>
              </a:path>
            </a:pathLst>
          </a:custGeom>
          <a:solidFill>
            <a:srgbClr val="6496FF"/>
          </a:solidFill>
          <a:ln w="3600">
            <a:solidFill>
              <a:srgbClr val="0032C8"/>
            </a:solidFill>
            <a:prstDash val="solid"/>
          </a:ln>
        </p:spPr>
        <p:style>
          <a:lnRef idx="2">
            <a:schemeClr val="accent1">
              <a:shade val="50000"/>
            </a:schemeClr>
          </a:lnRef>
          <a:fillRef idx="1">
            <a:schemeClr val="accent1"/>
          </a:fillRef>
          <a:effectRef idx="0">
            <a:schemeClr val="accent1"/>
          </a:effectRef>
          <a:fontRef idx="minor">
            <a:schemeClr val="lt1"/>
          </a:fontRef>
        </p:style>
      </p:sp>
      <p:pic>
        <p:nvPicPr>
          <p:cNvPr id="1961894162" name="Image 17" descr="Une image contenant texte, Police, Graphique, capture d’écran&#10;&#10;Le contenu généré par l’IA peut être incorrect."/>
          <p:cNvPicPr>
            <a:picLocks noChangeAspect="1"/>
          </p:cNvPicPr>
          <p:nvPr/>
        </p:nvPicPr>
        <p:blipFill rotWithShape="1">
          <a:blip r:embed="rId4"/>
          <a:stretch/>
        </p:blipFill>
        <p:spPr bwMode="auto">
          <a:xfrm flipH="0" flipV="0">
            <a:off x="9554549" y="112537"/>
            <a:ext cx="2243680" cy="394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rûlure de pellicule">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Arial"/>
        <a:cs typeface="Arial"/>
      </a:majorFont>
      <a:minorFont>
        <a:latin typeface="Neue Haas Grotesk Text Pro"/>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53938E-C8DA-4DDE-A937-0EA87B476A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2.xml><?xml version="1.0" encoding="utf-8"?>
<ds:datastoreItem xmlns:ds="http://schemas.openxmlformats.org/officeDocument/2006/customXml" ds:itemID="960BF7B2-4A2B-4CA7-8150-68B962AD6E62">
  <ds:schemaRefs>
    <ds:schemaRef ds:uri="http://schemas.microsoft.com/sharepoint/v3"/>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purl.org/dc/elements/1.1/"/>
    <ds:schemaRef ds:uri="http://purl.org/dc/terms/"/>
    <ds:schemaRef ds:uri="http://schemas.microsoft.com/office/infopath/2007/PartnerControls"/>
    <ds:schemaRef ds:uri="http://purl.org/dc/dcmitype/"/>
    <ds:schemaRef ds:uri="230e9df3-be65-4c73-a93b-d1236ebd677e"/>
    <ds:schemaRef ds:uri="16c05727-aa75-4e4a-9b5f-8a80a1165891"/>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C27E2546-C5EB-442C-BCA8-1B0D17D614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ONLYOFFICE/9.3.1.8</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
  <cp:revision>5</cp:revision>
  <dcterms:created xsi:type="dcterms:W3CDTF">2025-08-01T17:43:39Z</dcterms:created>
  <dcterms:modified xsi:type="dcterms:W3CDTF">2026-03-30T09:56:56Z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2365000.000000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